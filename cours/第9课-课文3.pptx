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07" r:id="rId3"/>
    <p:sldId id="410" r:id="rId4"/>
    <p:sldId id="394" r:id="rId5"/>
    <p:sldId id="469" r:id="rId6"/>
    <p:sldId id="471" r:id="rId7"/>
    <p:sldId id="487" r:id="rId8"/>
    <p:sldId id="461" r:id="rId9"/>
    <p:sldId id="462" r:id="rId10"/>
    <p:sldId id="527" r:id="rId11"/>
    <p:sldId id="508" r:id="rId12"/>
    <p:sldId id="536" r:id="rId13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088"/>
        <p:guide pos="38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229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26.xml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19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8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6385" y="2143125"/>
            <a:ext cx="7522210" cy="2386965"/>
          </a:xfrm>
        </p:spPr>
        <p:txBody>
          <a:bodyPr>
            <a:normAutofit/>
          </a:bodyPr>
          <a:lstStyle/>
          <a:p>
            <a:pPr algn="ctr"/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nǐ jīntiān yǒu shénme ānpái？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9    你  今 天  有   什 么 安 排？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9  What's your plan for today?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ja-JP" altLang="en-US" sz="222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　</a:t>
            </a:r>
            <a:endParaRPr lang="ja-JP" altLang="en-US" sz="222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48875" y="0"/>
            <a:ext cx="2143125" cy="21431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39665" y="752475"/>
            <a:ext cx="2880360" cy="535241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ānpái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安排：arrangement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shànɡwǔ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上 午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morning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pénɡyou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朋 友:friend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jiànmiàn            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见 面：meet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diànyǐnɡ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 电  影:movie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zàijiàn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  再 见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bye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8" name="9-7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723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712960" y="605155"/>
            <a:ext cx="495300" cy="49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1857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2312035" y="1631950"/>
            <a:ext cx="6781800" cy="480822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25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altLang="zh-CN" sz="4000" b="1">
                <a:sym typeface="宋体" panose="02010600030101010101" pitchFamily="2" charset="-122"/>
              </a:rPr>
              <a:t>    </a:t>
            </a:r>
            <a:r>
              <a:rPr altLang="zh-CN" sz="666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nǐ</a:t>
            </a: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jīntiān xiàwǔ yǒu shénme ānpái？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你 今 天   下 午  有  什么 安排？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（What are your plans this afternoon?）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wǒ qù túshūɡuǎn kànshū。 nǐ ne？ </a:t>
            </a:r>
            <a:endParaRPr lang="en-US" altLang="zh-CN" sz="8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  我 去 图 书 馆  看 书。  你 呢？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（I'm going to the library to read. How about you?）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wǒ ……。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我 ……。（</a:t>
            </a: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I'm going to… …</a:t>
            </a: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666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666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en-US" altLang="zh-CN" sz="4000" dirty="0" err="1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endParaRPr lang="zh-CN" altLang="en-US" sz="4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2179320" y="450850"/>
            <a:ext cx="33000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ānpái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安排：arrangement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2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2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2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5650230" y="604520"/>
            <a:ext cx="4725670" cy="435229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lnSpcReduction="10000"/>
          </a:bodyPr>
          <a:p>
            <a:pPr algn="l" fontAlgn="base">
              <a:lnSpc>
                <a:spcPct val="130000"/>
              </a:lnSpc>
              <a:buClrTx/>
              <a:buSzTx/>
            </a:pPr>
            <a:r>
              <a:rPr sz="222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hǎo pénɡyou </a:t>
            </a: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好   朋 友:good friend </a:t>
            </a:r>
            <a:endParaRPr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nán pénɡyou </a:t>
            </a: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男   朋 友:boyfriend  </a:t>
            </a:r>
            <a:endParaRPr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nǚ pénɡyou </a:t>
            </a: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女   朋 友:girlfriend </a:t>
            </a:r>
            <a:endParaRPr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zhōnɡɡuó pénɡyou </a:t>
            </a: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中 国    朋 友:chinese friend </a:t>
            </a:r>
            <a:endParaRPr lang="zh-CN" altLang="en-US" sz="210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40915" y="2458085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pénɡyou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朋 友:friend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2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2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593975" y="348615"/>
            <a:ext cx="4922520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jiànmiàn               jiàn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 见 面：meet            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见：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meet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2522855" y="1359535"/>
            <a:ext cx="6228715" cy="47561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lnSpcReduction="2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hé / ɡēn    jiànmiàn                             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  和 / 跟   B  见  面                                 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          A  见面 B    </a:t>
            </a:r>
            <a:r>
              <a:rPr lang="en-US" altLang="zh-CN" sz="3200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endParaRPr lang="en-US" altLang="zh-CN" sz="3200" b="1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jīntiān xiàwǔ 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wǒ ɡēn nǚpénɡyou jiànmiàn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今 天  下 午 </a:t>
            </a:r>
            <a:r>
              <a:rPr lang="en-US" altLang="zh-CN" sz="2000" b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我 跟  女 朋友     见 面。</a:t>
            </a:r>
            <a:endParaRPr lang="en-US" altLang="zh-CN" sz="2000" b="1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（I'll meet my girlfriend this afternoon.）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sz="2400" strike="noStrike" noProof="1">
                <a:solidFill>
                  <a:schemeClr val="tx1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晚上</a:t>
            </a:r>
            <a:r>
              <a:rPr lang="en-US" altLang="zh-CN" sz="2400" strike="noStrike" noProof="1">
                <a:solidFill>
                  <a:schemeClr val="tx1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  </a:t>
            </a:r>
            <a:r>
              <a:rPr sz="2400" strike="noStrike" noProof="1">
                <a:solidFill>
                  <a:schemeClr val="tx1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我跟我的哥哥</a:t>
            </a:r>
            <a:r>
              <a:rPr lang="en-US" altLang="zh-CN" sz="2400" strike="noStrike" noProof="1">
                <a:solidFill>
                  <a:schemeClr val="tx1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400" strike="noStrike" noProof="1">
                <a:solidFill>
                  <a:schemeClr val="tx1"/>
                </a:solidFill>
                <a:effectLst/>
                <a:latin typeface="华文楷体" panose="02010600040101010101" charset="-122"/>
                <a:ea typeface="华文楷体" panose="02010600040101010101" charset="-122"/>
                <a:cs typeface="宋体" panose="02010600030101010101" pitchFamily="2" charset="-122"/>
                <a:sym typeface="+mn-ea"/>
              </a:rPr>
              <a:t>见面。</a:t>
            </a:r>
            <a:endParaRPr sz="2400" strike="noStrike" noProof="1">
              <a:solidFill>
                <a:schemeClr val="tx1"/>
              </a:solidFill>
              <a:effectLst/>
              <a:latin typeface="华文楷体" panose="02010600040101010101" charset="-122"/>
              <a:ea typeface="华文楷体" panose="02010600040101010101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523490" y="363220"/>
            <a:ext cx="254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diànyǐnɡ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 电  影:movie 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1497965" y="1789430"/>
            <a:ext cx="564070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看电影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我跟朋友一起看电影。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我常常看电影。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我</a:t>
            </a:r>
            <a:r>
              <a:rPr lang="zh-CN" altLang="en-US" sz="2800" u="sng">
                <a:latin typeface="华文楷体" panose="02010600040101010101" charset="-122"/>
                <a:ea typeface="华文楷体" panose="02010600040101010101" charset="-122"/>
              </a:rPr>
              <a:t>有时候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看中国电影。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620" y="4001135"/>
            <a:ext cx="4714875" cy="20205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135" y="165100"/>
            <a:ext cx="4347210" cy="3263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文三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three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520315" y="0"/>
            <a:ext cx="7524750" cy="685736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shāntián：nǐhǎo！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山 田：  你好！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 shāntián，wǒ shì cuīhào。nǐ jīntiān yǒu shénme ānpái？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崔 浩：   山  田， 我 是  崔 浩。 你  今 天  有   什 么 安排？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shāntián：shànɡwǔ jiǔdiǎn wǒ ɡēn zhōnɡɡuó pénɡyou jiànmiàn，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山 田：   上  午  九 点  我 跟    中 国   朋 友    见 面，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xiàwǔ wǒ yǒu shíjiān， nǐ yǒu shénme shì？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下午 我 有   时 间，  你 有   什么  事？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 wǒ xiǎnɡ qǐnɡ nǐ kàn zhònɡɡuó diànyǐnɡ。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崔 浩：  我  想    请  你 看    中 国    电 影。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shāntián：hǎo ā。 diànyǐnɡ jǐdiǎn kāishǐ？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山  田：  好 啊。 电  影  几 点  开 始 ？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xiàwǔ liǎnɡdiǎn bàn kāishǐ。wǒmen liǎnɡdiǎn yíkè qù bɑ。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崔 浩： 下 午   两  点  半  开 始。 我们    两  点  一刻 去 吧。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shāntián：hǎo。zàijiàn！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山 田：  好。 再  见！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 zàijiàn！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崔 浩：   再 见！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9-8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646410" y="37528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three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683635" y="897890"/>
            <a:ext cx="5861050" cy="495935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shāntián jīntiān yǒu shénme ānpái？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山  田   今 天  有   什 么 安排？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cuīhào yǒu shénme shì？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崔 浩  有   什 么 事？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diànyǐnɡ jǐdiǎn kāishǐ？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电 影   几 点  开 始？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cuīhào hé shāntián jǐdiǎn qù？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崔 浩  和   山 田  几 点  去？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文三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three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520315" y="537845"/>
            <a:ext cx="7524750" cy="58585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endParaRPr lang="en-US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山 田： 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你好！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 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崔 浩： 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山  田， 我 是  崔 浩。 你  今 天  有   什 么 安排？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山 田：  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上  午  九 点  我 跟    中 国   朋 友    见 面， </a:t>
            </a:r>
            <a:endParaRPr lang="en-US" sz="20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下午 我 有 时 间，  你 有   什么  事？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崔 浩：  </a:t>
            </a:r>
            <a:r>
              <a:rPr lang="en-US" sz="20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  想    请  你 看   中 国 电 影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山  田： 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好 啊。 电  影  几 点  开 始 ？ </a:t>
            </a:r>
            <a:endParaRPr lang="en-US" sz="20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崔 浩： </a:t>
            </a:r>
            <a:r>
              <a:rPr lang="en-US" sz="20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下 午   两  点  半  开 始。 我们    两  点  一刻 去 吧。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shāntián：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山 田：  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好。 再  见！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  </a:t>
            </a: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16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崔 浩：  </a:t>
            </a:r>
            <a:r>
              <a:rPr lang="en-US" sz="16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再 见</a:t>
            </a:r>
            <a:r>
              <a:rPr lang="en-US" sz="20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！ </a:t>
            </a:r>
            <a:endParaRPr lang="en-US" sz="20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16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9-8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646410" y="375285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8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13" dur="458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说一说，写一写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Speak</a:t>
              </a: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 and write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3824605" y="2444115"/>
            <a:ext cx="4798695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zhōumò nǐ yǒu shénme ānpái？ 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 末 你 有  什 么  安排？</a:t>
            </a:r>
            <a:endParaRPr lang="zh-CN" altLang="en-US" sz="20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9015" y="386080"/>
            <a:ext cx="9185910" cy="59499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177118"/>
</p:tagLst>
</file>

<file path=ppt/tags/tag229.xml><?xml version="1.0" encoding="utf-8"?>
<p:tagLst xmlns:p="http://schemas.openxmlformats.org/presentationml/2006/main"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2574</Words>
  <Application>WPS 演示</Application>
  <PresentationFormat>宽屏</PresentationFormat>
  <Paragraphs>167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Century</vt:lpstr>
      <vt:lpstr>楷体</vt:lpstr>
      <vt:lpstr>Arial Unicode MS</vt:lpstr>
      <vt:lpstr>Office 主题​​</vt:lpstr>
      <vt:lpstr>           nǐ jīntiān yǒu shénme ānpái？        9    你  今 天  有   什 么 安 排？       Lesson 9  What's your plan for today?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139</cp:revision>
  <dcterms:created xsi:type="dcterms:W3CDTF">2019-08-11T11:31:00Z</dcterms:created>
  <dcterms:modified xsi:type="dcterms:W3CDTF">2024-05-14T05:09:56Z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1ECBF07E99194CD2B0EC55C18B83BF3A</vt:lpwstr>
  </property>
</Properties>
</file>