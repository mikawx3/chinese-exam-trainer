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3" ContentType="audio/mp3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560" r:id="rId3"/>
    <p:sldId id="410" r:id="rId4"/>
    <p:sldId id="561" r:id="rId5"/>
    <p:sldId id="562" r:id="rId6"/>
    <p:sldId id="563" r:id="rId7"/>
    <p:sldId id="564" r:id="rId8"/>
    <p:sldId id="473" r:id="rId9"/>
    <p:sldId id="555" r:id="rId10"/>
    <p:sldId id="552" r:id="rId11"/>
    <p:sldId id="577" r:id="rId12"/>
    <p:sldId id="585" r:id="rId13"/>
    <p:sldId id="584" r:id="rId14"/>
    <p:sldId id="580" r:id="rId15"/>
    <p:sldId id="581" r:id="rId16"/>
    <p:sldId id="461" r:id="rId17"/>
    <p:sldId id="462" r:id="rId18"/>
    <p:sldId id="595" r:id="rId19"/>
    <p:sldId id="574" r:id="rId20"/>
    <p:sldId id="576" r:id="rId21"/>
    <p:sldId id="463" r:id="rId22"/>
    <p:sldId id="599" r:id="rId23"/>
  </p:sldIdLst>
  <p:sldSz cx="12192000" cy="6858000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5AB"/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654" y="54"/>
      </p:cViewPr>
      <p:guideLst>
        <p:guide orient="horz" pos="218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gs" Target="tags/tag23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notesMaster" Target="notesMasters/notesMaster1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image" Target="../media/image3.png"/><Relationship Id="rId7" Type="http://schemas.openxmlformats.org/officeDocument/2006/relationships/tags" Target="../tags/tag4.xml"/><Relationship Id="rId6" Type="http://schemas.openxmlformats.org/officeDocument/2006/relationships/image" Target="../media/image2.png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1" Type="http://schemas.openxmlformats.org/officeDocument/2006/relationships/tags" Target="../tags/tag21.xml"/><Relationship Id="rId30" Type="http://schemas.openxmlformats.org/officeDocument/2006/relationships/tags" Target="../tags/tag20.xml"/><Relationship Id="rId3" Type="http://schemas.openxmlformats.org/officeDocument/2006/relationships/image" Target="../media/image1.png"/><Relationship Id="rId29" Type="http://schemas.openxmlformats.org/officeDocument/2006/relationships/tags" Target="../tags/tag19.xml"/><Relationship Id="rId28" Type="http://schemas.openxmlformats.org/officeDocument/2006/relationships/tags" Target="../tags/tag18.xml"/><Relationship Id="rId27" Type="http://schemas.openxmlformats.org/officeDocument/2006/relationships/tags" Target="../tags/tag17.xml"/><Relationship Id="rId26" Type="http://schemas.openxmlformats.org/officeDocument/2006/relationships/tags" Target="../tags/tag16.xml"/><Relationship Id="rId25" Type="http://schemas.openxmlformats.org/officeDocument/2006/relationships/tags" Target="../tags/tag15.xml"/><Relationship Id="rId24" Type="http://schemas.openxmlformats.org/officeDocument/2006/relationships/image" Target="../media/image9.png"/><Relationship Id="rId23" Type="http://schemas.openxmlformats.org/officeDocument/2006/relationships/tags" Target="../tags/tag14.xml"/><Relationship Id="rId22" Type="http://schemas.openxmlformats.org/officeDocument/2006/relationships/image" Target="../media/image8.png"/><Relationship Id="rId21" Type="http://schemas.openxmlformats.org/officeDocument/2006/relationships/tags" Target="../tags/tag13.xml"/><Relationship Id="rId20" Type="http://schemas.openxmlformats.org/officeDocument/2006/relationships/tags" Target="../tags/tag12.xml"/><Relationship Id="rId2" Type="http://schemas.openxmlformats.org/officeDocument/2006/relationships/tags" Target="../tags/tag1.xml"/><Relationship Id="rId19" Type="http://schemas.openxmlformats.org/officeDocument/2006/relationships/tags" Target="../tags/tag11.xml"/><Relationship Id="rId18" Type="http://schemas.openxmlformats.org/officeDocument/2006/relationships/tags" Target="../tags/tag10.xml"/><Relationship Id="rId17" Type="http://schemas.openxmlformats.org/officeDocument/2006/relationships/image" Target="../media/image7.png"/><Relationship Id="rId16" Type="http://schemas.openxmlformats.org/officeDocument/2006/relationships/tags" Target="../tags/tag9.xml"/><Relationship Id="rId15" Type="http://schemas.openxmlformats.org/officeDocument/2006/relationships/image" Target="../media/image6.png"/><Relationship Id="rId14" Type="http://schemas.openxmlformats.org/officeDocument/2006/relationships/tags" Target="../tags/tag8.xml"/><Relationship Id="rId13" Type="http://schemas.openxmlformats.org/officeDocument/2006/relationships/tags" Target="../tags/tag7.xml"/><Relationship Id="rId12" Type="http://schemas.openxmlformats.org/officeDocument/2006/relationships/image" Target="../media/image5.png"/><Relationship Id="rId11" Type="http://schemas.openxmlformats.org/officeDocument/2006/relationships/tags" Target="../tags/tag6.xml"/><Relationship Id="rId10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image" Target="../media/image12.png"/><Relationship Id="rId6" Type="http://schemas.openxmlformats.org/officeDocument/2006/relationships/tags" Target="../tags/tag24.xml"/><Relationship Id="rId5" Type="http://schemas.openxmlformats.org/officeDocument/2006/relationships/image" Target="../media/image11.png"/><Relationship Id="rId4" Type="http://schemas.openxmlformats.org/officeDocument/2006/relationships/tags" Target="../tags/tag23.xml"/><Relationship Id="rId3" Type="http://schemas.openxmlformats.org/officeDocument/2006/relationships/image" Target="../media/image10.png"/><Relationship Id="rId2" Type="http://schemas.openxmlformats.org/officeDocument/2006/relationships/tags" Target="../tags/tag22.xml"/><Relationship Id="rId14" Type="http://schemas.openxmlformats.org/officeDocument/2006/relationships/tags" Target="../tags/tag31.xml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image" Target="../media/image8.png"/><Relationship Id="rId7" Type="http://schemas.openxmlformats.org/officeDocument/2006/relationships/tags" Target="../tags/tag36.xml"/><Relationship Id="rId6" Type="http://schemas.openxmlformats.org/officeDocument/2006/relationships/image" Target="../media/image10.png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4" Type="http://schemas.openxmlformats.org/officeDocument/2006/relationships/tags" Target="../tags/tag48.xml"/><Relationship Id="rId23" Type="http://schemas.openxmlformats.org/officeDocument/2006/relationships/tags" Target="../tags/tag47.xml"/><Relationship Id="rId22" Type="http://schemas.openxmlformats.org/officeDocument/2006/relationships/tags" Target="../tags/tag46.xml"/><Relationship Id="rId21" Type="http://schemas.openxmlformats.org/officeDocument/2006/relationships/tags" Target="../tags/tag45.xml"/><Relationship Id="rId20" Type="http://schemas.openxmlformats.org/officeDocument/2006/relationships/tags" Target="../tags/tag44.xml"/><Relationship Id="rId2" Type="http://schemas.openxmlformats.org/officeDocument/2006/relationships/tags" Target="../tags/tag32.xml"/><Relationship Id="rId19" Type="http://schemas.openxmlformats.org/officeDocument/2006/relationships/image" Target="../media/image16.png"/><Relationship Id="rId18" Type="http://schemas.openxmlformats.org/officeDocument/2006/relationships/tags" Target="../tags/tag43.xml"/><Relationship Id="rId17" Type="http://schemas.openxmlformats.org/officeDocument/2006/relationships/image" Target="../media/image15.png"/><Relationship Id="rId16" Type="http://schemas.openxmlformats.org/officeDocument/2006/relationships/tags" Target="../tags/tag42.xml"/><Relationship Id="rId15" Type="http://schemas.openxmlformats.org/officeDocument/2006/relationships/tags" Target="../tags/tag41.xml"/><Relationship Id="rId14" Type="http://schemas.openxmlformats.org/officeDocument/2006/relationships/tags" Target="../tags/tag40.xml"/><Relationship Id="rId13" Type="http://schemas.openxmlformats.org/officeDocument/2006/relationships/tags" Target="../tags/tag39.xml"/><Relationship Id="rId12" Type="http://schemas.openxmlformats.org/officeDocument/2006/relationships/image" Target="../media/image14.png"/><Relationship Id="rId11" Type="http://schemas.openxmlformats.org/officeDocument/2006/relationships/tags" Target="../tags/tag38.xml"/><Relationship Id="rId10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image" Target="../media/image12.png"/><Relationship Id="rId6" Type="http://schemas.openxmlformats.org/officeDocument/2006/relationships/tags" Target="../tags/tag51.xml"/><Relationship Id="rId5" Type="http://schemas.openxmlformats.org/officeDocument/2006/relationships/image" Target="../media/image11.png"/><Relationship Id="rId4" Type="http://schemas.openxmlformats.org/officeDocument/2006/relationships/tags" Target="../tags/tag50.xml"/><Relationship Id="rId3" Type="http://schemas.openxmlformats.org/officeDocument/2006/relationships/image" Target="../media/image10.png"/><Relationship Id="rId2" Type="http://schemas.openxmlformats.org/officeDocument/2006/relationships/tags" Target="../tags/tag49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tags" Target="../tags/tag55.xml"/><Relationship Id="rId10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image" Target="../media/image12.png"/><Relationship Id="rId6" Type="http://schemas.openxmlformats.org/officeDocument/2006/relationships/tags" Target="../tags/tag62.xml"/><Relationship Id="rId5" Type="http://schemas.openxmlformats.org/officeDocument/2006/relationships/image" Target="../media/image11.png"/><Relationship Id="rId4" Type="http://schemas.openxmlformats.org/officeDocument/2006/relationships/tags" Target="../tags/tag61.xml"/><Relationship Id="rId3" Type="http://schemas.openxmlformats.org/officeDocument/2006/relationships/image" Target="../media/image10.png"/><Relationship Id="rId2" Type="http://schemas.openxmlformats.org/officeDocument/2006/relationships/tags" Target="../tags/tag60.xml"/><Relationship Id="rId17" Type="http://schemas.openxmlformats.org/officeDocument/2006/relationships/tags" Target="../tags/tag72.xml"/><Relationship Id="rId16" Type="http://schemas.openxmlformats.org/officeDocument/2006/relationships/tags" Target="../tags/tag71.xml"/><Relationship Id="rId15" Type="http://schemas.openxmlformats.org/officeDocument/2006/relationships/tags" Target="../tags/tag70.xml"/><Relationship Id="rId14" Type="http://schemas.openxmlformats.org/officeDocument/2006/relationships/tags" Target="../tags/tag69.xml"/><Relationship Id="rId13" Type="http://schemas.openxmlformats.org/officeDocument/2006/relationships/tags" Target="../tags/tag68.xml"/><Relationship Id="rId12" Type="http://schemas.openxmlformats.org/officeDocument/2006/relationships/tags" Target="../tags/tag67.xml"/><Relationship Id="rId11" Type="http://schemas.openxmlformats.org/officeDocument/2006/relationships/tags" Target="../tags/tag66.xml"/><Relationship Id="rId10" Type="http://schemas.openxmlformats.org/officeDocument/2006/relationships/tags" Target="../tags/tag65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tags" Target="../tags/tag78.xml"/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image" Target="../media/image11.png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6" Type="http://schemas.openxmlformats.org/officeDocument/2006/relationships/tags" Target="../tags/tag84.xml"/><Relationship Id="rId15" Type="http://schemas.openxmlformats.org/officeDocument/2006/relationships/tags" Target="../tags/tag83.xml"/><Relationship Id="rId14" Type="http://schemas.openxmlformats.org/officeDocument/2006/relationships/tags" Target="../tags/tag82.xml"/><Relationship Id="rId13" Type="http://schemas.openxmlformats.org/officeDocument/2006/relationships/tags" Target="../tags/tag81.xml"/><Relationship Id="rId12" Type="http://schemas.openxmlformats.org/officeDocument/2006/relationships/image" Target="../media/image12.png"/><Relationship Id="rId11" Type="http://schemas.openxmlformats.org/officeDocument/2006/relationships/tags" Target="../tags/tag80.xml"/><Relationship Id="rId10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tags" Target="../tags/tag92.xml"/><Relationship Id="rId8" Type="http://schemas.openxmlformats.org/officeDocument/2006/relationships/tags" Target="../tags/tag91.xml"/><Relationship Id="rId7" Type="http://schemas.openxmlformats.org/officeDocument/2006/relationships/image" Target="../media/image12.png"/><Relationship Id="rId6" Type="http://schemas.openxmlformats.org/officeDocument/2006/relationships/tags" Target="../tags/tag90.xml"/><Relationship Id="rId5" Type="http://schemas.openxmlformats.org/officeDocument/2006/relationships/image" Target="../media/image11.png"/><Relationship Id="rId4" Type="http://schemas.openxmlformats.org/officeDocument/2006/relationships/tags" Target="../tags/tag89.xml"/><Relationship Id="rId3" Type="http://schemas.openxmlformats.org/officeDocument/2006/relationships/image" Target="../media/image10.png"/><Relationship Id="rId2" Type="http://schemas.openxmlformats.org/officeDocument/2006/relationships/tags" Target="../tags/tag88.xml"/><Relationship Id="rId15" Type="http://schemas.openxmlformats.org/officeDocument/2006/relationships/tags" Target="../tags/tag98.xml"/><Relationship Id="rId14" Type="http://schemas.openxmlformats.org/officeDocument/2006/relationships/tags" Target="../tags/tag97.xml"/><Relationship Id="rId13" Type="http://schemas.openxmlformats.org/officeDocument/2006/relationships/tags" Target="../tags/tag96.xml"/><Relationship Id="rId12" Type="http://schemas.openxmlformats.org/officeDocument/2006/relationships/tags" Target="../tags/tag95.xml"/><Relationship Id="rId11" Type="http://schemas.openxmlformats.org/officeDocument/2006/relationships/tags" Target="../tags/tag94.xml"/><Relationship Id="rId10" Type="http://schemas.openxmlformats.org/officeDocument/2006/relationships/tags" Target="../tags/tag93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103.xml"/><Relationship Id="rId8" Type="http://schemas.openxmlformats.org/officeDocument/2006/relationships/tags" Target="../tags/tag102.xml"/><Relationship Id="rId7" Type="http://schemas.openxmlformats.org/officeDocument/2006/relationships/image" Target="../media/image12.png"/><Relationship Id="rId6" Type="http://schemas.openxmlformats.org/officeDocument/2006/relationships/tags" Target="../tags/tag101.xml"/><Relationship Id="rId5" Type="http://schemas.openxmlformats.org/officeDocument/2006/relationships/image" Target="../media/image11.png"/><Relationship Id="rId4" Type="http://schemas.openxmlformats.org/officeDocument/2006/relationships/tags" Target="../tags/tag100.xml"/><Relationship Id="rId3" Type="http://schemas.openxmlformats.org/officeDocument/2006/relationships/image" Target="../media/image10.png"/><Relationship Id="rId2" Type="http://schemas.openxmlformats.org/officeDocument/2006/relationships/tags" Target="../tags/tag99.xml"/><Relationship Id="rId14" Type="http://schemas.openxmlformats.org/officeDocument/2006/relationships/tags" Target="../tags/tag108.xml"/><Relationship Id="rId13" Type="http://schemas.openxmlformats.org/officeDocument/2006/relationships/tags" Target="../tags/tag107.xml"/><Relationship Id="rId12" Type="http://schemas.openxmlformats.org/officeDocument/2006/relationships/tags" Target="../tags/tag106.xml"/><Relationship Id="rId11" Type="http://schemas.openxmlformats.org/officeDocument/2006/relationships/tags" Target="../tags/tag105.xml"/><Relationship Id="rId10" Type="http://schemas.openxmlformats.org/officeDocument/2006/relationships/tags" Target="../tags/tag104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113.xml"/><Relationship Id="rId8" Type="http://schemas.openxmlformats.org/officeDocument/2006/relationships/tags" Target="../tags/tag112.xml"/><Relationship Id="rId7" Type="http://schemas.openxmlformats.org/officeDocument/2006/relationships/image" Target="../media/image12.png"/><Relationship Id="rId6" Type="http://schemas.openxmlformats.org/officeDocument/2006/relationships/tags" Target="../tags/tag111.xml"/><Relationship Id="rId5" Type="http://schemas.openxmlformats.org/officeDocument/2006/relationships/image" Target="../media/image11.png"/><Relationship Id="rId4" Type="http://schemas.openxmlformats.org/officeDocument/2006/relationships/tags" Target="../tags/tag110.xml"/><Relationship Id="rId3" Type="http://schemas.openxmlformats.org/officeDocument/2006/relationships/image" Target="../media/image10.png"/><Relationship Id="rId2" Type="http://schemas.openxmlformats.org/officeDocument/2006/relationships/tags" Target="../tags/tag109.xml"/><Relationship Id="rId13" Type="http://schemas.openxmlformats.org/officeDocument/2006/relationships/tags" Target="../tags/tag117.xml"/><Relationship Id="rId12" Type="http://schemas.openxmlformats.org/officeDocument/2006/relationships/tags" Target="../tags/tag116.xml"/><Relationship Id="rId11" Type="http://schemas.openxmlformats.org/officeDocument/2006/relationships/tags" Target="../tags/tag115.xml"/><Relationship Id="rId10" Type="http://schemas.openxmlformats.org/officeDocument/2006/relationships/tags" Target="../tags/tag114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123.xml"/><Relationship Id="rId8" Type="http://schemas.openxmlformats.org/officeDocument/2006/relationships/image" Target="../media/image8.png"/><Relationship Id="rId7" Type="http://schemas.openxmlformats.org/officeDocument/2006/relationships/tags" Target="../tags/tag122.xml"/><Relationship Id="rId6" Type="http://schemas.openxmlformats.org/officeDocument/2006/relationships/image" Target="../media/image10.png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3" Type="http://schemas.openxmlformats.org/officeDocument/2006/relationships/tags" Target="../tags/tag119.xml"/><Relationship Id="rId23" Type="http://schemas.openxmlformats.org/officeDocument/2006/relationships/tags" Target="../tags/tag133.xml"/><Relationship Id="rId22" Type="http://schemas.openxmlformats.org/officeDocument/2006/relationships/tags" Target="../tags/tag132.xml"/><Relationship Id="rId21" Type="http://schemas.openxmlformats.org/officeDocument/2006/relationships/tags" Target="../tags/tag131.xml"/><Relationship Id="rId20" Type="http://schemas.openxmlformats.org/officeDocument/2006/relationships/tags" Target="../tags/tag130.xml"/><Relationship Id="rId2" Type="http://schemas.openxmlformats.org/officeDocument/2006/relationships/tags" Target="../tags/tag118.xml"/><Relationship Id="rId19" Type="http://schemas.openxmlformats.org/officeDocument/2006/relationships/image" Target="../media/image16.png"/><Relationship Id="rId18" Type="http://schemas.openxmlformats.org/officeDocument/2006/relationships/tags" Target="../tags/tag129.xml"/><Relationship Id="rId17" Type="http://schemas.openxmlformats.org/officeDocument/2006/relationships/image" Target="../media/image15.png"/><Relationship Id="rId16" Type="http://schemas.openxmlformats.org/officeDocument/2006/relationships/tags" Target="../tags/tag128.xml"/><Relationship Id="rId15" Type="http://schemas.openxmlformats.org/officeDocument/2006/relationships/tags" Target="../tags/tag127.xml"/><Relationship Id="rId14" Type="http://schemas.openxmlformats.org/officeDocument/2006/relationships/tags" Target="../tags/tag126.xml"/><Relationship Id="rId13" Type="http://schemas.openxmlformats.org/officeDocument/2006/relationships/tags" Target="../tags/tag125.xml"/><Relationship Id="rId12" Type="http://schemas.openxmlformats.org/officeDocument/2006/relationships/image" Target="../media/image14.png"/><Relationship Id="rId11" Type="http://schemas.openxmlformats.org/officeDocument/2006/relationships/tags" Target="../tags/tag124.xml"/><Relationship Id="rId10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tags" Target="../tags/tag138.xml"/><Relationship Id="rId7" Type="http://schemas.openxmlformats.org/officeDocument/2006/relationships/image" Target="../media/image11.png"/><Relationship Id="rId6" Type="http://schemas.openxmlformats.org/officeDocument/2006/relationships/tags" Target="../tags/tag137.xml"/><Relationship Id="rId5" Type="http://schemas.openxmlformats.org/officeDocument/2006/relationships/tags" Target="../tags/tag136.xml"/><Relationship Id="rId4" Type="http://schemas.openxmlformats.org/officeDocument/2006/relationships/image" Target="../media/image10.png"/><Relationship Id="rId3" Type="http://schemas.openxmlformats.org/officeDocument/2006/relationships/tags" Target="../tags/tag135.xml"/><Relationship Id="rId2" Type="http://schemas.openxmlformats.org/officeDocument/2006/relationships/tags" Target="../tags/tag134.xml"/><Relationship Id="rId15" Type="http://schemas.openxmlformats.org/officeDocument/2006/relationships/tags" Target="../tags/tag144.xml"/><Relationship Id="rId14" Type="http://schemas.openxmlformats.org/officeDocument/2006/relationships/tags" Target="../tags/tag143.xml"/><Relationship Id="rId13" Type="http://schemas.openxmlformats.org/officeDocument/2006/relationships/tags" Target="../tags/tag142.xml"/><Relationship Id="rId12" Type="http://schemas.openxmlformats.org/officeDocument/2006/relationships/tags" Target="../tags/tag141.xml"/><Relationship Id="rId11" Type="http://schemas.openxmlformats.org/officeDocument/2006/relationships/tags" Target="../tags/tag140.xml"/><Relationship Id="rId10" Type="http://schemas.openxmlformats.org/officeDocument/2006/relationships/tags" Target="../tags/tag139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151.xml"/><Relationship Id="rId8" Type="http://schemas.openxmlformats.org/officeDocument/2006/relationships/tags" Target="../tags/tag150.xml"/><Relationship Id="rId7" Type="http://schemas.openxmlformats.org/officeDocument/2006/relationships/tags" Target="../tags/tag149.xml"/><Relationship Id="rId6" Type="http://schemas.openxmlformats.org/officeDocument/2006/relationships/tags" Target="../tags/tag148.xml"/><Relationship Id="rId5" Type="http://schemas.openxmlformats.org/officeDocument/2006/relationships/image" Target="../media/image10.png"/><Relationship Id="rId4" Type="http://schemas.openxmlformats.org/officeDocument/2006/relationships/tags" Target="../tags/tag147.xml"/><Relationship Id="rId3" Type="http://schemas.openxmlformats.org/officeDocument/2006/relationships/tags" Target="../tags/tag146.xml"/><Relationship Id="rId2" Type="http://schemas.openxmlformats.org/officeDocument/2006/relationships/tags" Target="../tags/tag145.xml"/><Relationship Id="rId11" Type="http://schemas.openxmlformats.org/officeDocument/2006/relationships/tags" Target="../tags/tag153.xml"/><Relationship Id="rId10" Type="http://schemas.openxmlformats.org/officeDocument/2006/relationships/tags" Target="../tags/tag152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159.xml"/><Relationship Id="rId8" Type="http://schemas.openxmlformats.org/officeDocument/2006/relationships/image" Target="../media/image11.png"/><Relationship Id="rId7" Type="http://schemas.openxmlformats.org/officeDocument/2006/relationships/tags" Target="../tags/tag158.xml"/><Relationship Id="rId6" Type="http://schemas.openxmlformats.org/officeDocument/2006/relationships/tags" Target="../tags/tag157.xml"/><Relationship Id="rId5" Type="http://schemas.openxmlformats.org/officeDocument/2006/relationships/image" Target="../media/image10.png"/><Relationship Id="rId4" Type="http://schemas.openxmlformats.org/officeDocument/2006/relationships/tags" Target="../tags/tag156.xml"/><Relationship Id="rId3" Type="http://schemas.openxmlformats.org/officeDocument/2006/relationships/tags" Target="../tags/tag155.xml"/><Relationship Id="rId2" Type="http://schemas.openxmlformats.org/officeDocument/2006/relationships/tags" Target="../tags/tag154.xml"/><Relationship Id="rId18" Type="http://schemas.openxmlformats.org/officeDocument/2006/relationships/tags" Target="../tags/tag167.xml"/><Relationship Id="rId17" Type="http://schemas.openxmlformats.org/officeDocument/2006/relationships/tags" Target="../tags/tag166.xml"/><Relationship Id="rId16" Type="http://schemas.openxmlformats.org/officeDocument/2006/relationships/tags" Target="../tags/tag165.xml"/><Relationship Id="rId15" Type="http://schemas.openxmlformats.org/officeDocument/2006/relationships/tags" Target="../tags/tag164.xml"/><Relationship Id="rId14" Type="http://schemas.openxmlformats.org/officeDocument/2006/relationships/tags" Target="../tags/tag163.xml"/><Relationship Id="rId13" Type="http://schemas.openxmlformats.org/officeDocument/2006/relationships/tags" Target="../tags/tag162.xml"/><Relationship Id="rId12" Type="http://schemas.openxmlformats.org/officeDocument/2006/relationships/tags" Target="../tags/tag161.xml"/><Relationship Id="rId11" Type="http://schemas.openxmlformats.org/officeDocument/2006/relationships/tags" Target="../tags/tag160.xml"/><Relationship Id="rId10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73.xml"/><Relationship Id="rId8" Type="http://schemas.openxmlformats.org/officeDocument/2006/relationships/image" Target="../media/image11.png"/><Relationship Id="rId7" Type="http://schemas.openxmlformats.org/officeDocument/2006/relationships/tags" Target="../tags/tag172.xml"/><Relationship Id="rId6" Type="http://schemas.openxmlformats.org/officeDocument/2006/relationships/tags" Target="../tags/tag171.xml"/><Relationship Id="rId5" Type="http://schemas.openxmlformats.org/officeDocument/2006/relationships/image" Target="../media/image10.png"/><Relationship Id="rId4" Type="http://schemas.openxmlformats.org/officeDocument/2006/relationships/tags" Target="../tags/tag170.xml"/><Relationship Id="rId3" Type="http://schemas.openxmlformats.org/officeDocument/2006/relationships/tags" Target="../tags/tag169.xml"/><Relationship Id="rId2" Type="http://schemas.openxmlformats.org/officeDocument/2006/relationships/tags" Target="../tags/tag168.xml"/><Relationship Id="rId18" Type="http://schemas.openxmlformats.org/officeDocument/2006/relationships/tags" Target="../tags/tag181.xml"/><Relationship Id="rId17" Type="http://schemas.openxmlformats.org/officeDocument/2006/relationships/tags" Target="../tags/tag180.xml"/><Relationship Id="rId16" Type="http://schemas.openxmlformats.org/officeDocument/2006/relationships/tags" Target="../tags/tag179.xml"/><Relationship Id="rId15" Type="http://schemas.openxmlformats.org/officeDocument/2006/relationships/tags" Target="../tags/tag178.xml"/><Relationship Id="rId14" Type="http://schemas.openxmlformats.org/officeDocument/2006/relationships/tags" Target="../tags/tag177.xml"/><Relationship Id="rId13" Type="http://schemas.openxmlformats.org/officeDocument/2006/relationships/tags" Target="../tags/tag176.xml"/><Relationship Id="rId12" Type="http://schemas.openxmlformats.org/officeDocument/2006/relationships/tags" Target="../tags/tag175.xml"/><Relationship Id="rId11" Type="http://schemas.openxmlformats.org/officeDocument/2006/relationships/tags" Target="../tags/tag174.xml"/><Relationship Id="rId10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87.xml"/><Relationship Id="rId8" Type="http://schemas.openxmlformats.org/officeDocument/2006/relationships/image" Target="../media/image11.png"/><Relationship Id="rId7" Type="http://schemas.openxmlformats.org/officeDocument/2006/relationships/tags" Target="../tags/tag186.xml"/><Relationship Id="rId6" Type="http://schemas.openxmlformats.org/officeDocument/2006/relationships/tags" Target="../tags/tag185.xml"/><Relationship Id="rId5" Type="http://schemas.openxmlformats.org/officeDocument/2006/relationships/image" Target="../media/image10.png"/><Relationship Id="rId4" Type="http://schemas.openxmlformats.org/officeDocument/2006/relationships/tags" Target="../tags/tag184.xml"/><Relationship Id="rId3" Type="http://schemas.openxmlformats.org/officeDocument/2006/relationships/tags" Target="../tags/tag183.xml"/><Relationship Id="rId2" Type="http://schemas.openxmlformats.org/officeDocument/2006/relationships/tags" Target="../tags/tag182.xml"/><Relationship Id="rId18" Type="http://schemas.openxmlformats.org/officeDocument/2006/relationships/tags" Target="../tags/tag195.xml"/><Relationship Id="rId17" Type="http://schemas.openxmlformats.org/officeDocument/2006/relationships/tags" Target="../tags/tag194.xml"/><Relationship Id="rId16" Type="http://schemas.openxmlformats.org/officeDocument/2006/relationships/tags" Target="../tags/tag193.xml"/><Relationship Id="rId15" Type="http://schemas.openxmlformats.org/officeDocument/2006/relationships/tags" Target="../tags/tag192.xml"/><Relationship Id="rId14" Type="http://schemas.openxmlformats.org/officeDocument/2006/relationships/tags" Target="../tags/tag191.xml"/><Relationship Id="rId13" Type="http://schemas.openxmlformats.org/officeDocument/2006/relationships/tags" Target="../tags/tag190.xml"/><Relationship Id="rId12" Type="http://schemas.openxmlformats.org/officeDocument/2006/relationships/tags" Target="../tags/tag189.xml"/><Relationship Id="rId11" Type="http://schemas.openxmlformats.org/officeDocument/2006/relationships/tags" Target="../tags/tag188.xml"/><Relationship Id="rId10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tags" Target="../tags/tag200.xml"/><Relationship Id="rId7" Type="http://schemas.openxmlformats.org/officeDocument/2006/relationships/image" Target="../media/image11.png"/><Relationship Id="rId6" Type="http://schemas.openxmlformats.org/officeDocument/2006/relationships/tags" Target="../tags/tag199.xml"/><Relationship Id="rId5" Type="http://schemas.openxmlformats.org/officeDocument/2006/relationships/image" Target="../media/image10.png"/><Relationship Id="rId4" Type="http://schemas.openxmlformats.org/officeDocument/2006/relationships/tags" Target="../tags/tag198.xml"/><Relationship Id="rId3" Type="http://schemas.openxmlformats.org/officeDocument/2006/relationships/tags" Target="../tags/tag197.xml"/><Relationship Id="rId2" Type="http://schemas.openxmlformats.org/officeDocument/2006/relationships/tags" Target="../tags/tag196.xml"/><Relationship Id="rId19" Type="http://schemas.openxmlformats.org/officeDocument/2006/relationships/tags" Target="../tags/tag210.xml"/><Relationship Id="rId18" Type="http://schemas.openxmlformats.org/officeDocument/2006/relationships/tags" Target="../tags/tag209.xml"/><Relationship Id="rId17" Type="http://schemas.openxmlformats.org/officeDocument/2006/relationships/tags" Target="../tags/tag208.xml"/><Relationship Id="rId16" Type="http://schemas.openxmlformats.org/officeDocument/2006/relationships/tags" Target="../tags/tag207.xml"/><Relationship Id="rId15" Type="http://schemas.openxmlformats.org/officeDocument/2006/relationships/tags" Target="../tags/tag206.xml"/><Relationship Id="rId14" Type="http://schemas.openxmlformats.org/officeDocument/2006/relationships/tags" Target="../tags/tag205.xml"/><Relationship Id="rId13" Type="http://schemas.openxmlformats.org/officeDocument/2006/relationships/tags" Target="../tags/tag204.xml"/><Relationship Id="rId12" Type="http://schemas.openxmlformats.org/officeDocument/2006/relationships/tags" Target="../tags/tag203.xml"/><Relationship Id="rId11" Type="http://schemas.openxmlformats.org/officeDocument/2006/relationships/tags" Target="../tags/tag202.xml"/><Relationship Id="rId10" Type="http://schemas.openxmlformats.org/officeDocument/2006/relationships/tags" Target="../tags/tag201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217.xml"/><Relationship Id="rId8" Type="http://schemas.openxmlformats.org/officeDocument/2006/relationships/tags" Target="../tags/tag216.xml"/><Relationship Id="rId7" Type="http://schemas.openxmlformats.org/officeDocument/2006/relationships/tags" Target="../tags/tag215.xml"/><Relationship Id="rId6" Type="http://schemas.openxmlformats.org/officeDocument/2006/relationships/tags" Target="../tags/tag214.xml"/><Relationship Id="rId5" Type="http://schemas.openxmlformats.org/officeDocument/2006/relationships/image" Target="../media/image10.png"/><Relationship Id="rId4" Type="http://schemas.openxmlformats.org/officeDocument/2006/relationships/tags" Target="../tags/tag213.xml"/><Relationship Id="rId3" Type="http://schemas.openxmlformats.org/officeDocument/2006/relationships/tags" Target="../tags/tag212.xml"/><Relationship Id="rId2" Type="http://schemas.openxmlformats.org/officeDocument/2006/relationships/tags" Target="../tags/tag211.xml"/><Relationship Id="rId11" Type="http://schemas.openxmlformats.org/officeDocument/2006/relationships/tags" Target="../tags/tag219.xml"/><Relationship Id="rId10" Type="http://schemas.openxmlformats.org/officeDocument/2006/relationships/tags" Target="../tags/tag218.xm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rcRect/>
          <a:stretch>
            <a:fillRect/>
          </a:stretch>
        </p:blipFill>
        <p:spPr>
          <a:xfrm rot="13260000">
            <a:off x="3704590" y="-1502410"/>
            <a:ext cx="3617595" cy="4262120"/>
          </a:xfrm>
          <a:custGeom>
            <a:avLst/>
            <a:gdLst>
              <a:gd name="connsiteX0" fmla="*/ 3617595 w 3617595"/>
              <a:gd name="connsiteY0" fmla="*/ 1413996 h 4262120"/>
              <a:gd name="connsiteX1" fmla="*/ 341203 w 3617595"/>
              <a:gd name="connsiteY1" fmla="*/ 4262120 h 4262120"/>
              <a:gd name="connsiteX2" fmla="*/ 0 w 3617595"/>
              <a:gd name="connsiteY2" fmla="*/ 4262120 h 4262120"/>
              <a:gd name="connsiteX3" fmla="*/ 0 w 3617595"/>
              <a:gd name="connsiteY3" fmla="*/ 0 h 4262120"/>
              <a:gd name="connsiteX4" fmla="*/ 3617595 w 3617595"/>
              <a:gd name="connsiteY4" fmla="*/ 0 h 4262120"/>
              <a:gd name="connsiteX5" fmla="*/ 3617595 w 3617595"/>
              <a:gd name="connsiteY5" fmla="*/ 4262120 h 4262120"/>
              <a:gd name="connsiteX6" fmla="*/ 3598761 w 3617595"/>
              <a:gd name="connsiteY6" fmla="*/ 4262120 h 4262120"/>
              <a:gd name="connsiteX7" fmla="*/ 3617595 w 3617595"/>
              <a:gd name="connsiteY7" fmla="*/ 4245748 h 4262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17595" h="4262120">
                <a:moveTo>
                  <a:pt x="3617595" y="1413996"/>
                </a:moveTo>
                <a:lnTo>
                  <a:pt x="341203" y="4262120"/>
                </a:lnTo>
                <a:lnTo>
                  <a:pt x="0" y="4262120"/>
                </a:lnTo>
                <a:lnTo>
                  <a:pt x="0" y="0"/>
                </a:lnTo>
                <a:lnTo>
                  <a:pt x="3617595" y="0"/>
                </a:lnTo>
                <a:close/>
                <a:moveTo>
                  <a:pt x="3617595" y="4262120"/>
                </a:moveTo>
                <a:lnTo>
                  <a:pt x="3598761" y="4262120"/>
                </a:lnTo>
                <a:lnTo>
                  <a:pt x="3617595" y="4245748"/>
                </a:lnTo>
                <a:close/>
              </a:path>
            </a:pathLst>
          </a:custGeom>
          <a:ln>
            <a:noFill/>
          </a:ln>
        </p:spPr>
      </p:pic>
      <p:grpSp>
        <p:nvGrpSpPr>
          <p:cNvPr id="3" name="组合 2"/>
          <p:cNvGrpSpPr/>
          <p:nvPr>
            <p:custDataLst>
              <p:tags r:id="rId4"/>
            </p:custDataLst>
          </p:nvPr>
        </p:nvGrpSpPr>
        <p:grpSpPr>
          <a:xfrm>
            <a:off x="-156210" y="-17145"/>
            <a:ext cx="12952095" cy="8042910"/>
            <a:chOff x="-246" y="-27"/>
            <a:chExt cx="20397" cy="12666"/>
          </a:xfrm>
        </p:grpSpPr>
        <p:pic>
          <p:nvPicPr>
            <p:cNvPr id="9" name="图片 8" descr="3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 cstate="email"/>
            <a:stretch>
              <a:fillRect/>
            </a:stretch>
          </p:blipFill>
          <p:spPr>
            <a:xfrm>
              <a:off x="0" y="-27"/>
              <a:ext cx="5085" cy="4913"/>
            </a:xfrm>
            <a:prstGeom prst="rect">
              <a:avLst/>
            </a:prstGeom>
          </p:spPr>
        </p:pic>
        <p:pic>
          <p:nvPicPr>
            <p:cNvPr id="12" name="图片 11" descr="6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13897" y="4867"/>
              <a:ext cx="6255" cy="6712"/>
            </a:xfrm>
            <a:prstGeom prst="rect">
              <a:avLst/>
            </a:prstGeom>
          </p:spPr>
        </p:pic>
        <p:pic>
          <p:nvPicPr>
            <p:cNvPr id="7" name="图片 6" descr="1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>
              <a:off x="12468" y="-27"/>
              <a:ext cx="6711" cy="4947"/>
            </a:xfrm>
            <a:prstGeom prst="rect">
              <a:avLst/>
            </a:prstGeom>
          </p:spPr>
        </p:pic>
        <p:pic>
          <p:nvPicPr>
            <p:cNvPr id="8" name="图片 7" descr="2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 cstate="email"/>
            <a:stretch>
              <a:fillRect/>
            </a:stretch>
          </p:blipFill>
          <p:spPr>
            <a:xfrm>
              <a:off x="-246" y="4867"/>
              <a:ext cx="6034" cy="5948"/>
            </a:xfrm>
            <a:prstGeom prst="rect">
              <a:avLst/>
            </a:prstGeom>
          </p:spPr>
        </p:pic>
        <p:pic>
          <p:nvPicPr>
            <p:cNvPr id="15" name="图片 14" descr="4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3" cstate="email"/>
            <a:srcRect/>
            <a:stretch>
              <a:fillRect/>
            </a:stretch>
          </p:blipFill>
          <p:spPr>
            <a:xfrm rot="1800000">
              <a:off x="8685" y="5927"/>
              <a:ext cx="5697" cy="6712"/>
            </a:xfrm>
            <a:custGeom>
              <a:avLst/>
              <a:gdLst>
                <a:gd name="connsiteX0" fmla="*/ 0 w 3617595"/>
                <a:gd name="connsiteY0" fmla="*/ 0 h 4262120"/>
                <a:gd name="connsiteX1" fmla="*/ 3617595 w 3617595"/>
                <a:gd name="connsiteY1" fmla="*/ 0 h 4262120"/>
                <a:gd name="connsiteX2" fmla="*/ 3617595 w 3617595"/>
                <a:gd name="connsiteY2" fmla="*/ 2199068 h 4262120"/>
                <a:gd name="connsiteX3" fmla="*/ 44283 w 3617595"/>
                <a:gd name="connsiteY3" fmla="*/ 4262120 h 4262120"/>
                <a:gd name="connsiteX4" fmla="*/ 0 w 3617595"/>
                <a:gd name="connsiteY4" fmla="*/ 4262120 h 4262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17595" h="4262120">
                  <a:moveTo>
                    <a:pt x="0" y="0"/>
                  </a:moveTo>
                  <a:lnTo>
                    <a:pt x="3617595" y="0"/>
                  </a:lnTo>
                  <a:lnTo>
                    <a:pt x="3617595" y="2199068"/>
                  </a:lnTo>
                  <a:lnTo>
                    <a:pt x="44283" y="4262120"/>
                  </a:lnTo>
                  <a:lnTo>
                    <a:pt x="0" y="4262120"/>
                  </a:lnTo>
                  <a:close/>
                </a:path>
              </a:pathLst>
            </a:custGeom>
          </p:spPr>
        </p:pic>
        <p:pic>
          <p:nvPicPr>
            <p:cNvPr id="11" name="图片 10" descr="5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 cstate="email"/>
            <a:stretch>
              <a:fillRect/>
            </a:stretch>
          </p:blipFill>
          <p:spPr>
            <a:xfrm rot="2700000">
              <a:off x="5337" y="8209"/>
              <a:ext cx="2171" cy="2434"/>
            </a:xfrm>
            <a:prstGeom prst="rect">
              <a:avLst/>
            </a:prstGeom>
          </p:spPr>
        </p:pic>
        <p:pic>
          <p:nvPicPr>
            <p:cNvPr id="25" name="图片 24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1485" y="5377"/>
              <a:ext cx="5557" cy="4595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11327" y="782"/>
              <a:ext cx="5557" cy="4595"/>
            </a:xfrm>
            <a:prstGeom prst="rect">
              <a:avLst/>
            </a:prstGeom>
          </p:spPr>
        </p:pic>
        <p:pic>
          <p:nvPicPr>
            <p:cNvPr id="27" name="图片 26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2518" y="782"/>
              <a:ext cx="5557" cy="4595"/>
            </a:xfrm>
            <a:prstGeom prst="rect">
              <a:avLst/>
            </a:prstGeom>
          </p:spPr>
        </p:pic>
        <p:pic>
          <p:nvPicPr>
            <p:cNvPr id="28" name="图片 27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7042" y="6918"/>
              <a:ext cx="5557" cy="4595"/>
            </a:xfrm>
            <a:prstGeom prst="rect">
              <a:avLst/>
            </a:prstGeom>
          </p:spPr>
        </p:pic>
        <p:pic>
          <p:nvPicPr>
            <p:cNvPr id="23" name="图片 22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22" cstate="email"/>
            <a:stretch>
              <a:fillRect/>
            </a:stretch>
          </p:blipFill>
          <p:spPr>
            <a:xfrm>
              <a:off x="1485" y="4131"/>
              <a:ext cx="647" cy="538"/>
            </a:xfrm>
            <a:prstGeom prst="rect">
              <a:avLst/>
            </a:prstGeom>
          </p:spPr>
        </p:pic>
        <p:pic>
          <p:nvPicPr>
            <p:cNvPr id="24" name="图片 23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24" cstate="email"/>
            <a:stretch>
              <a:fillRect/>
            </a:stretch>
          </p:blipFill>
          <p:spPr>
            <a:xfrm>
              <a:off x="16884" y="4229"/>
              <a:ext cx="743" cy="741"/>
            </a:xfrm>
            <a:prstGeom prst="rect">
              <a:avLst/>
            </a:prstGeom>
          </p:spPr>
        </p:pic>
      </p:grpSp>
      <p:sp>
        <p:nvSpPr>
          <p:cNvPr id="20" name="标题 19"/>
          <p:cNvSpPr>
            <a:spLocks noGrp="1"/>
          </p:cNvSpPr>
          <p:nvPr>
            <p:ph type="ctrTitle" hasCustomPrompt="1"/>
            <p:custDataLst>
              <p:tags r:id="rId25"/>
            </p:custDataLst>
          </p:nvPr>
        </p:nvSpPr>
        <p:spPr>
          <a:xfrm>
            <a:off x="2264400" y="2196000"/>
            <a:ext cx="7664400" cy="1324800"/>
          </a:xfrm>
        </p:spPr>
        <p:txBody>
          <a:bodyPr anchor="b">
            <a:normAutofit/>
          </a:bodyPr>
          <a:lstStyle>
            <a:lvl1pPr algn="ctr">
              <a:defRPr sz="8000" b="1" u="none" strike="noStrike" kern="1200" cap="none" spc="2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旗黑-85S" panose="00020600040101010101" charset="-122"/>
              </a:defRPr>
            </a:lvl1pPr>
          </a:lstStyle>
          <a:p>
            <a:r>
              <a:rPr lang="zh-CN" altLang="en-US" dirty="0" smtClean="0"/>
              <a:t>编辑</a:t>
            </a:r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9" name="副标题 2"/>
          <p:cNvSpPr>
            <a:spLocks noGrp="1"/>
          </p:cNvSpPr>
          <p:nvPr>
            <p:ph type="subTitle" idx="1" hasCustomPrompt="1"/>
            <p:custDataLst>
              <p:tags r:id="rId26"/>
            </p:custDataLst>
          </p:nvPr>
        </p:nvSpPr>
        <p:spPr>
          <a:xfrm>
            <a:off x="4708800" y="3542400"/>
            <a:ext cx="2775600" cy="453600"/>
          </a:xfrm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8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9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  <p:custDataLst>
              <p:tags r:id="rId30"/>
            </p:custDataLst>
          </p:nvPr>
        </p:nvSpPr>
        <p:spPr>
          <a:xfrm>
            <a:off x="3484800" y="4356000"/>
            <a:ext cx="2214000" cy="374400"/>
          </a:xfrm>
        </p:spPr>
        <p:txBody>
          <a:bodyPr/>
          <a:lstStyle>
            <a:lvl1pPr marL="0" indent="0" eaLnBrk="1" fontAlgn="auto" latinLnBrk="0" hangingPunct="1">
              <a:lnSpc>
                <a:spcPct val="120000"/>
              </a:lnSpc>
              <a:buNone/>
              <a:defRPr sz="15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4" hasCustomPrompt="1"/>
            <p:custDataLst>
              <p:tags r:id="rId31"/>
            </p:custDataLst>
          </p:nvPr>
        </p:nvSpPr>
        <p:spPr>
          <a:xfrm>
            <a:off x="6705600" y="4356000"/>
            <a:ext cx="1946275" cy="374400"/>
          </a:xfrm>
        </p:spPr>
        <p:txBody>
          <a:bodyPr/>
          <a:lstStyle>
            <a:lvl1pPr marL="0" indent="0" algn="r" eaLnBrk="1" fontAlgn="auto" latinLnBrk="0" hangingPunct="1">
              <a:lnSpc>
                <a:spcPct val="120000"/>
              </a:lnSpc>
              <a:buNone/>
              <a:defRPr sz="15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 smtClean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 rot="10800000">
            <a:off x="9275445" y="4060190"/>
            <a:ext cx="2917190" cy="282003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11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1538605" y="1299845"/>
            <a:ext cx="9042400" cy="42151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1369695" y="1185545"/>
            <a:ext cx="9353550" cy="4467225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A4D5C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</a:endParaRPr>
          </a:p>
        </p:txBody>
      </p:sp>
      <p:grpSp>
        <p:nvGrpSpPr>
          <p:cNvPr id="12" name="组合 11"/>
          <p:cNvGrpSpPr/>
          <p:nvPr>
            <p:custDataLst>
              <p:tags r:id="rId4"/>
            </p:custDataLst>
          </p:nvPr>
        </p:nvGrpSpPr>
        <p:grpSpPr>
          <a:xfrm>
            <a:off x="1369695" y="992505"/>
            <a:ext cx="9353550" cy="4659630"/>
            <a:chOff x="2157" y="1563"/>
            <a:chExt cx="14730" cy="7338"/>
          </a:xfrm>
        </p:grpSpPr>
        <p:pic>
          <p:nvPicPr>
            <p:cNvPr id="8" name="图片 7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 cstate="email"/>
            <a:stretch>
              <a:fillRect/>
            </a:stretch>
          </p:blipFill>
          <p:spPr>
            <a:xfrm>
              <a:off x="2157" y="1867"/>
              <a:ext cx="4825" cy="4664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3137" y="7049"/>
              <a:ext cx="647" cy="538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flipH="1" flipV="1">
              <a:off x="12491" y="4653"/>
              <a:ext cx="4396" cy="4249"/>
            </a:xfrm>
            <a:prstGeom prst="rect">
              <a:avLst/>
            </a:prstGeom>
          </p:spPr>
        </p:pic>
        <p:pic>
          <p:nvPicPr>
            <p:cNvPr id="27" name="图片 26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3880" y="4446"/>
              <a:ext cx="4513" cy="3141"/>
            </a:xfrm>
            <a:prstGeom prst="rect">
              <a:avLst/>
            </a:prstGeom>
          </p:spPr>
        </p:pic>
        <p:pic>
          <p:nvPicPr>
            <p:cNvPr id="28" name="图片 27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1198" y="1895"/>
              <a:ext cx="4513" cy="3141"/>
            </a:xfrm>
            <a:prstGeom prst="rect">
              <a:avLst/>
            </a:prstGeom>
          </p:spPr>
        </p:pic>
        <p:pic>
          <p:nvPicPr>
            <p:cNvPr id="29" name="图片 28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4183" y="1563"/>
              <a:ext cx="4513" cy="3141"/>
            </a:xfrm>
            <a:prstGeom prst="rect">
              <a:avLst/>
            </a:prstGeom>
          </p:spPr>
        </p:pic>
        <p:pic>
          <p:nvPicPr>
            <p:cNvPr id="30" name="图片 29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8392" y="4856"/>
              <a:ext cx="4513" cy="3141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15849" y="3919"/>
              <a:ext cx="603" cy="507"/>
            </a:xfrm>
            <a:prstGeom prst="rect">
              <a:avLst/>
            </a:prstGeom>
          </p:spPr>
        </p:pic>
        <p:pic>
          <p:nvPicPr>
            <p:cNvPr id="31" name="图片 30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9" cstate="email"/>
            <a:stretch>
              <a:fillRect/>
            </a:stretch>
          </p:blipFill>
          <p:spPr>
            <a:xfrm>
              <a:off x="5670" y="2509"/>
              <a:ext cx="525" cy="368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0"/>
            </p:custDataLst>
          </p:nvPr>
        </p:nvSpPr>
        <p:spPr>
          <a:xfrm>
            <a:off x="3358800" y="3254400"/>
            <a:ext cx="5475600" cy="770400"/>
          </a:xfrm>
        </p:spPr>
        <p:txBody>
          <a:bodyPr anchor="b">
            <a:normAutofit/>
          </a:bodyPr>
          <a:lstStyle>
            <a:lvl1pPr algn="ctr" eaLnBrk="1" fontAlgn="auto" latinLnBrk="0" hangingPunct="1">
              <a:defRPr sz="4000" b="1" u="none" strike="noStrike" kern="1200" cap="none" spc="6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旗黑-85S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3744000" y="4064400"/>
            <a:ext cx="4705200" cy="453600"/>
          </a:xfrm>
        </p:spPr>
        <p:txBody>
          <a:bodyPr>
            <a:normAutofit/>
          </a:bodyPr>
          <a:lstStyle>
            <a:lvl1pPr marL="0" indent="0" algn="ctr" eaLnBrk="1" fontAlgn="auto" latinLnBrk="0" hangingPunct="1">
              <a:lnSpc>
                <a:spcPct val="120000"/>
              </a:lnSpc>
              <a:buNone/>
              <a:defRPr sz="1400" spc="3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 rot="10800000">
            <a:off x="9472295" y="4229100"/>
            <a:ext cx="2719705" cy="262890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11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2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rmAutofit/>
          </a:bodyPr>
          <a:lstStyle>
            <a:lvl1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 rot="10800000">
            <a:off x="9254490" y="4018915"/>
            <a:ext cx="2937510" cy="283908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11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2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13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14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>
            <p:custDataLst>
              <p:tags r:id="rId2"/>
            </p:custDataLst>
          </p:nvPr>
        </p:nvSpPr>
        <p:spPr>
          <a:xfrm>
            <a:off x="202565" y="194310"/>
            <a:ext cx="11798300" cy="647128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9" name="矩形 18"/>
          <p:cNvSpPr/>
          <p:nvPr>
            <p:custDataLst>
              <p:tags r:id="rId3"/>
            </p:custDataLst>
          </p:nvPr>
        </p:nvSpPr>
        <p:spPr>
          <a:xfrm>
            <a:off x="-12065" y="0"/>
            <a:ext cx="12204065" cy="6858000"/>
          </a:xfrm>
          <a:prstGeom prst="rect">
            <a:avLst/>
          </a:prstGeom>
          <a:noFill/>
          <a:ln>
            <a:solidFill>
              <a:schemeClr val="accent3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A4D5C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304800" y="2965450"/>
            <a:ext cx="4026535" cy="277114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114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1053465" y="194310"/>
            <a:ext cx="4026535" cy="277114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4331335" y="3894455"/>
            <a:ext cx="4026535" cy="277114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email"/>
          <a:stretch>
            <a:fillRect/>
          </a:stretch>
        </p:blipFill>
        <p:spPr>
          <a:xfrm>
            <a:off x="304800" y="2214245"/>
            <a:ext cx="468630" cy="32448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 rot="10800000">
            <a:off x="9109075" y="3877945"/>
            <a:ext cx="3082925" cy="298005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1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2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>
            <a:off x="0" y="0"/>
            <a:ext cx="2351405" cy="227330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0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11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>
            <a:off x="0" y="0"/>
            <a:ext cx="2040890" cy="197294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1538605" y="1299845"/>
            <a:ext cx="9042400" cy="42151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</a:endParaRPr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1369695" y="1185545"/>
            <a:ext cx="9353550" cy="4467225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A4D5C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</a:endParaRPr>
          </a:p>
        </p:txBody>
      </p:sp>
      <p:grpSp>
        <p:nvGrpSpPr>
          <p:cNvPr id="11" name="组合 10"/>
          <p:cNvGrpSpPr/>
          <p:nvPr>
            <p:custDataLst>
              <p:tags r:id="rId4"/>
            </p:custDataLst>
          </p:nvPr>
        </p:nvGrpSpPr>
        <p:grpSpPr>
          <a:xfrm>
            <a:off x="1369695" y="992505"/>
            <a:ext cx="9353550" cy="4657725"/>
            <a:chOff x="2157" y="1563"/>
            <a:chExt cx="14730" cy="7335"/>
          </a:xfrm>
        </p:grpSpPr>
        <p:pic>
          <p:nvPicPr>
            <p:cNvPr id="7" name="图片 6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 cstate="email"/>
            <a:stretch>
              <a:fillRect/>
            </a:stretch>
          </p:blipFill>
          <p:spPr>
            <a:xfrm>
              <a:off x="2157" y="1867"/>
              <a:ext cx="4825" cy="4664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3137" y="7049"/>
              <a:ext cx="647" cy="538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flipH="1" flipV="1">
              <a:off x="12491" y="4650"/>
              <a:ext cx="4396" cy="4249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3880" y="4446"/>
              <a:ext cx="4513" cy="3141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1198" y="1895"/>
              <a:ext cx="4513" cy="3141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4183" y="1563"/>
              <a:ext cx="4513" cy="3141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8392" y="4856"/>
              <a:ext cx="4513" cy="3141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15849" y="3919"/>
              <a:ext cx="603" cy="507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9" cstate="email"/>
            <a:stretch>
              <a:fillRect/>
            </a:stretch>
          </p:blipFill>
          <p:spPr>
            <a:xfrm>
              <a:off x="5670" y="2509"/>
              <a:ext cx="525" cy="368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0"/>
            </p:custDataLst>
          </p:nvPr>
        </p:nvSpPr>
        <p:spPr>
          <a:xfrm>
            <a:off x="2908800" y="2696400"/>
            <a:ext cx="6675968" cy="1746682"/>
          </a:xfrm>
        </p:spPr>
        <p:txBody>
          <a:bodyPr anchor="ctr" anchorCtr="0">
            <a:normAutofit/>
          </a:bodyPr>
          <a:lstStyle>
            <a:lvl1pPr algn="ctr">
              <a:defRPr sz="6000" b="1" u="none" strike="noStrike" kern="1200" cap="none" spc="3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旗黑-85S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1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>
            <p:custDataLst>
              <p:tags r:id="rId2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pic>
          <p:nvPicPr>
            <p:cNvPr id="6" name="图片 5"/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 r:embed="rId4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 userDrawn="1">
              <p:custDataLst>
                <p:tags r:id="rId5"/>
              </p:custDataLst>
            </p:nvPr>
          </p:nvPicPr>
          <p:blipFill>
            <a:blip r:embed="rId4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7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 userDrawn="1">
              <p:custDataLst>
                <p:tags r:id="rId8"/>
              </p:custDataLst>
            </p:nvPr>
          </p:nvPicPr>
          <p:blipFill>
            <a:blip r:embed="rId9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 userDrawn="1">
              <p:custDataLst>
                <p:tags r:id="rId10"/>
              </p:custDataLst>
            </p:nvPr>
          </p:nvPicPr>
          <p:blipFill>
            <a:blip r:embed="rId7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9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/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>
            <p:custDataLst>
              <p:tags r:id="rId2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sp>
          <p:nvSpPr>
            <p:cNvPr id="8" name="矩形 7"/>
            <p:cNvSpPr/>
            <p:nvPr userDrawn="1">
              <p:custDataLst>
                <p:tags r:id="rId3"/>
              </p:custDataLst>
            </p:nvPr>
          </p:nvSpPr>
          <p:spPr>
            <a:xfrm>
              <a:off x="292800" y="304200"/>
              <a:ext cx="11606400" cy="62496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3" name="组合 12"/>
          <p:cNvGrpSpPr/>
          <p:nvPr>
            <p:custDataLst>
              <p:tags r:id="rId3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pic>
          <p:nvPicPr>
            <p:cNvPr id="14" name="图片 13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 userDrawn="1"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>
              <p:custDataLst>
                <p:tags r:id="rId12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3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7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8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3" name="组合 12"/>
          <p:cNvGrpSpPr/>
          <p:nvPr>
            <p:custDataLst>
              <p:tags r:id="rId3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pic>
          <p:nvPicPr>
            <p:cNvPr id="14" name="图片 13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 userDrawn="1"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>
              <p:custDataLst>
                <p:tags r:id="rId12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3" name="组合 12"/>
          <p:cNvGrpSpPr/>
          <p:nvPr>
            <p:custDataLst>
              <p:tags r:id="rId3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pic>
          <p:nvPicPr>
            <p:cNvPr id="14" name="图片 13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 userDrawn="1"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>
              <p:custDataLst>
                <p:tags r:id="rId12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7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8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5" name="组合 14"/>
          <p:cNvGrpSpPr/>
          <p:nvPr>
            <p:custDataLst>
              <p:tags r:id="rId3"/>
            </p:custDataLst>
          </p:nvPr>
        </p:nvGrpSpPr>
        <p:grpSpPr>
          <a:xfrm>
            <a:off x="374333" y="194531"/>
            <a:ext cx="11817666" cy="6663469"/>
            <a:chOff x="374333" y="194531"/>
            <a:chExt cx="11817666" cy="6663469"/>
          </a:xfrm>
        </p:grpSpPr>
        <p:pic>
          <p:nvPicPr>
            <p:cNvPr id="17" name="图片 16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7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>
              <p:custDataLst>
                <p:tags r:id="rId8"/>
              </p:custDataLst>
            </p:nvPr>
          </p:nvPicPr>
          <p:blipFill>
            <a:blip r:embed="rId9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 userDrawn="1">
              <p:custDataLst>
                <p:tags r:id="rId10"/>
              </p:custDataLst>
            </p:nvPr>
          </p:nvPicPr>
          <p:blipFill>
            <a:blip r:embed="rId7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21" name="图片 20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9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6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7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8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9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6" name="组合 5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1999" cy="6857999"/>
            <a:chOff x="0" y="0"/>
            <a:chExt cx="12191999" cy="6857999"/>
          </a:xfrm>
        </p:grpSpPr>
        <p:pic>
          <p:nvPicPr>
            <p:cNvPr id="8" name="图片 7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0" y="0"/>
              <a:ext cx="3393463" cy="3280229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8798536" y="3577770"/>
              <a:ext cx="3393463" cy="3280229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1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6" Type="http://schemas.openxmlformats.org/officeDocument/2006/relationships/theme" Target="../theme/theme1.xml"/><Relationship Id="rId25" Type="http://schemas.openxmlformats.org/officeDocument/2006/relationships/tags" Target="../tags/tag225.xml"/><Relationship Id="rId24" Type="http://schemas.openxmlformats.org/officeDocument/2006/relationships/tags" Target="../tags/tag224.xml"/><Relationship Id="rId23" Type="http://schemas.openxmlformats.org/officeDocument/2006/relationships/tags" Target="../tags/tag223.xml"/><Relationship Id="rId22" Type="http://schemas.openxmlformats.org/officeDocument/2006/relationships/tags" Target="../tags/tag222.xml"/><Relationship Id="rId21" Type="http://schemas.openxmlformats.org/officeDocument/2006/relationships/tags" Target="../tags/tag221.xml"/><Relationship Id="rId20" Type="http://schemas.openxmlformats.org/officeDocument/2006/relationships/tags" Target="../tags/tag2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226.xml"/><Relationship Id="rId1" Type="http://schemas.openxmlformats.org/officeDocument/2006/relationships/image" Target="../media/image18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27.xml"/><Relationship Id="rId3" Type="http://schemas.openxmlformats.org/officeDocument/2006/relationships/image" Target="../media/image19.png"/><Relationship Id="rId2" Type="http://schemas.microsoft.com/office/2007/relationships/media" Target="../media/media1.mp3"/><Relationship Id="rId1" Type="http://schemas.openxmlformats.org/officeDocument/2006/relationships/audio" Target="../media/media1.mp3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jpeg"/><Relationship Id="rId1" Type="http://schemas.openxmlformats.org/officeDocument/2006/relationships/image" Target="../media/image20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jpeg"/><Relationship Id="rId1" Type="http://schemas.openxmlformats.org/officeDocument/2006/relationships/image" Target="../media/image22.jpe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jpeg"/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image" Target="../media/image2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8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tags" Target="../tags/tag229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jpeg"/><Relationship Id="rId2" Type="http://schemas.openxmlformats.org/officeDocument/2006/relationships/image" Target="../media/image34.png"/><Relationship Id="rId1" Type="http://schemas.openxmlformats.org/officeDocument/2006/relationships/image" Target="../media/image3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6.jpeg"/><Relationship Id="rId1" Type="http://schemas.openxmlformats.org/officeDocument/2006/relationships/image" Target="../media/image35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9.jpeg"/><Relationship Id="rId2" Type="http://schemas.openxmlformats.org/officeDocument/2006/relationships/image" Target="../media/image38.png"/><Relationship Id="rId1" Type="http://schemas.openxmlformats.org/officeDocument/2006/relationships/image" Target="../media/image37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0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9.png"/><Relationship Id="rId2" Type="http://schemas.microsoft.com/office/2007/relationships/media" Target="../media/media2.mp3"/><Relationship Id="rId1" Type="http://schemas.openxmlformats.org/officeDocument/2006/relationships/audio" Target="../media/media2.mp3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1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9.png"/><Relationship Id="rId2" Type="http://schemas.microsoft.com/office/2007/relationships/media" Target="../media/media2.mp3"/><Relationship Id="rId1" Type="http://schemas.openxmlformats.org/officeDocument/2006/relationships/audio" Target="../media/media2.mp3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2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3.jpe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5.png"/><Relationship Id="rId2" Type="http://schemas.openxmlformats.org/officeDocument/2006/relationships/tags" Target="../tags/tag230.xml"/><Relationship Id="rId1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26385" y="2143125"/>
            <a:ext cx="7522210" cy="2386965"/>
          </a:xfrm>
        </p:spPr>
        <p:txBody>
          <a:bodyPr>
            <a:normAutofit/>
          </a:bodyPr>
          <a:lstStyle/>
          <a:p>
            <a:pPr algn="ctr">
              <a:buClrTx/>
              <a:buSzTx/>
              <a:buFontTx/>
            </a:pPr>
            <a:r>
              <a:rPr lang="en-US" sz="266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660" b="0">
                <a:cs typeface="Arial" panose="020B0604020202020204" pitchFamily="34" charset="0"/>
                <a:sym typeface="+mn-ea"/>
              </a:rPr>
              <a:t>nǐ yào chá hái sh</a:t>
            </a:r>
            <a:r>
              <a:rPr lang="en-US" altLang="zh-CN" sz="2660" b="0">
                <a:cs typeface="Arial" panose="020B0604020202020204" pitchFamily="34" charset="0"/>
                <a:sym typeface="+mn-ea"/>
              </a:rPr>
              <a:t>i</a:t>
            </a:r>
            <a:r>
              <a:rPr lang="zh-CN" altLang="en-US" sz="2660" b="0">
                <a:cs typeface="Arial" panose="020B0604020202020204" pitchFamily="34" charset="0"/>
                <a:sym typeface="+mn-ea"/>
              </a:rPr>
              <a:t> kā fēi </a:t>
            </a:r>
            <a:br>
              <a:rPr lang="zh-CN" altLang="en-US" sz="2660" b="0">
                <a:cs typeface="Arial" panose="020B0604020202020204" pitchFamily="34" charset="0"/>
                <a:sym typeface="+mn-ea"/>
              </a:rPr>
            </a:br>
            <a:r>
              <a:rPr lang="zh-CN" altLang="en-US" sz="2660" b="0">
                <a:cs typeface="Arial" panose="020B0604020202020204" pitchFamily="34" charset="0"/>
                <a:sym typeface="+mn-ea"/>
              </a:rPr>
              <a:t>12   你 要  茶  还  是  咖 啡 </a:t>
            </a:r>
            <a:br>
              <a:rPr lang="zh-CN" altLang="en-US" sz="2660" b="0">
                <a:cs typeface="Arial" panose="020B0604020202020204" pitchFamily="34" charset="0"/>
                <a:sym typeface="+mn-ea"/>
              </a:rPr>
            </a:br>
            <a:br>
              <a:rPr lang="zh-CN" altLang="en-US" sz="2660" b="0">
                <a:cs typeface="Arial" panose="020B0604020202020204" pitchFamily="34" charset="0"/>
              </a:rPr>
            </a:br>
            <a:r>
              <a:rPr lang="en-US" altLang="zh-CN" sz="2660" b="0"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 </a:t>
            </a:r>
            <a:r>
              <a:rPr lang="en-US" altLang="zh-CN" sz="2660" b="0">
                <a:cs typeface="Arial" panose="020B0604020202020204" pitchFamily="34" charset="0"/>
                <a:sym typeface="+mn-ea"/>
              </a:rPr>
              <a:t>Lesson 12  What  would you like ,Tea or Coffee</a:t>
            </a:r>
            <a:r>
              <a:rPr lang="zh-CN" altLang="en-US" sz="2660" b="0">
                <a:cs typeface="Arial" panose="020B0604020202020204" pitchFamily="34" charset="0"/>
                <a:sym typeface="+mn-ea"/>
              </a:rPr>
              <a:t>？</a:t>
            </a:r>
            <a:r>
              <a:rPr lang="en-US" altLang="zh-CN" sz="2660" b="0"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     </a:t>
            </a:r>
            <a:r>
              <a:rPr lang="en-US" altLang="zh-CN" sz="266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en-US" altLang="zh-CN" sz="266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</a:t>
            </a:r>
            <a:endParaRPr lang="en-US" altLang="zh-CN" sz="2660" b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" name="内容占位符 6" descr="茶.jpg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5173345"/>
            <a:ext cx="2646680" cy="1684655"/>
          </a:xfrm>
          <a:prstGeom prst="rect">
            <a:avLst/>
          </a:prstGeom>
        </p:spPr>
      </p:pic>
      <p:pic>
        <p:nvPicPr>
          <p:cNvPr id="5" name="内容占位符 6" descr="茶.jpg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545320" y="0"/>
            <a:ext cx="2646680" cy="168465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4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pic>
        <p:nvPicPr>
          <p:cNvPr id="5" name="12-3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0060305" y="588010"/>
            <a:ext cx="495300" cy="495300"/>
          </a:xfrm>
          <a:prstGeom prst="rect">
            <a:avLst/>
          </a:prstGeom>
        </p:spPr>
      </p:pic>
      <p:sp>
        <p:nvSpPr>
          <p:cNvPr id="7" name="内容占位符 2"/>
          <p:cNvSpPr>
            <a:spLocks noGrp="1"/>
          </p:cNvSpPr>
          <p:nvPr/>
        </p:nvSpPr>
        <p:spPr>
          <a:xfrm>
            <a:off x="1941830" y="587375"/>
            <a:ext cx="3782060" cy="627062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 defTabSz="914400" rtl="0" fontAlgn="base">
              <a:lnSpc>
                <a:spcPts val="13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fontAlgn="base">
              <a:lnSpc>
                <a:spcPts val="178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yùndònɡ </a:t>
            </a:r>
            <a:b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</a:b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运 动:  sports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fontAlgn="base">
              <a:lnSpc>
                <a:spcPts val="1780"/>
              </a:lnSpc>
              <a:buClrTx/>
              <a:buSzTx/>
              <a:buFontTx/>
              <a:buNone/>
            </a:pP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indent="0" algn="l" defTabSz="914400" rtl="0" fontAlgn="base">
              <a:lnSpc>
                <a:spcPts val="178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pǎobù  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indent="0" algn="l" defTabSz="914400" rtl="0" fontAlgn="base">
              <a:lnSpc>
                <a:spcPts val="178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 跑 步: run 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fontAlgn="base">
              <a:lnSpc>
                <a:spcPts val="1780"/>
              </a:lnSpc>
              <a:spcBef>
                <a:spcPts val="0"/>
              </a:spcBef>
              <a:buClrTx/>
              <a:buSzTx/>
              <a:buFontTx/>
              <a:buNone/>
            </a:pPr>
            <a:endParaRPr lang="en-US" altLang="zh-CN"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lvl="1" indent="0" algn="l" defTabSz="914400" fontAlgn="base">
              <a:lnSpc>
                <a:spcPts val="178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shēntǐ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lvl="1" indent="0" algn="l" defTabSz="914400" fontAlgn="base">
              <a:lnSpc>
                <a:spcPts val="178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 身 体: body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hea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lth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lvl="1" indent="0" algn="l" defTabSz="914400" fontAlgn="base">
              <a:lnSpc>
                <a:spcPts val="1780"/>
              </a:lnSpc>
              <a:buClrTx/>
              <a:buSzTx/>
              <a:buFontTx/>
              <a:buNone/>
            </a:pP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fontAlgn="base">
              <a:lnSpc>
                <a:spcPts val="178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àihào </a:t>
            </a:r>
            <a:b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</a:b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爱好: hobby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fontAlgn="base">
              <a:lnSpc>
                <a:spcPts val="1780"/>
              </a:lnSpc>
              <a:spcBef>
                <a:spcPts val="0"/>
              </a:spcBef>
              <a:buClrTx/>
              <a:buSzTx/>
              <a:buFontTx/>
              <a:buNone/>
            </a:pP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indent="0" algn="l" defTabSz="914400" rtl="0" fontAlgn="base">
              <a:lnSpc>
                <a:spcPts val="178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tī   </a:t>
            </a:r>
            <a:endParaRPr lang="en-US" altLang="zh-CN"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indent="0" algn="l" defTabSz="914400" rtl="0" fontAlgn="base">
              <a:lnSpc>
                <a:spcPts val="178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5 踢：kick,play (football)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fontAlgn="base">
              <a:lnSpc>
                <a:spcPts val="1780"/>
              </a:lnSpc>
              <a:spcBef>
                <a:spcPts val="0"/>
              </a:spcBef>
              <a:buClrTx/>
              <a:buSzTx/>
              <a:buFontTx/>
              <a:buNone/>
            </a:pP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fontAlgn="base">
              <a:lnSpc>
                <a:spcPts val="178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zúqiú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fontAlgn="base">
              <a:lnSpc>
                <a:spcPts val="178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6 足球: football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endParaRPr lang="en-US" altLang="zh-CN"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6081395" y="586740"/>
            <a:ext cx="3782060" cy="62712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 defTabSz="914400" rtl="0" fontAlgn="base">
              <a:lnSpc>
                <a:spcPts val="13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fontAlgn="base">
              <a:lnSpc>
                <a:spcPts val="18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dǎ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ts val="18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7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打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:play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ts val="18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ts val="18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lánqiú   </a:t>
            </a:r>
            <a:endParaRPr lang="en-US" altLang="zh-CN"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ts val="18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8  篮 球:basketball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fontAlgn="base">
              <a:lnSpc>
                <a:spcPts val="18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ts val="18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zuì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ts val="18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9 最：most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fontAlgn="base">
              <a:lnSpc>
                <a:spcPts val="1800"/>
              </a:lnSpc>
              <a:spcBef>
                <a:spcPts val="0"/>
              </a:spcBef>
              <a:buClrTx/>
              <a:buSzTx/>
              <a:buFontTx/>
              <a:buNone/>
            </a:pP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ts val="18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qí</a:t>
            </a:r>
            <a:endParaRPr lang="en-US" altLang="zh-CN"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ts val="18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10 骑:ride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fontAlgn="base">
              <a:lnSpc>
                <a:spcPts val="18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fontAlgn="base">
              <a:lnSpc>
                <a:spcPts val="18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zìxínɡchē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fontAlgn="base">
              <a:lnSpc>
                <a:spcPts val="18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11 自  行 车: bike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fontAlgn="base">
              <a:lnSpc>
                <a:spcPts val="1800"/>
              </a:lnSpc>
              <a:spcBef>
                <a:spcPts val="0"/>
              </a:spcBef>
              <a:buClrTx/>
              <a:buSzTx/>
              <a:buFontTx/>
              <a:buNone/>
            </a:pP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fontAlgn="base">
              <a:lnSpc>
                <a:spcPts val="18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bàomínɡ </a:t>
            </a:r>
            <a:b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</a:b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12 报  名：sign up</a:t>
            </a:r>
            <a:endParaRPr lang="en-US" altLang="zh-CN"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audio>
              <p:cMediaNode>
                <p:cTn id="2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7" dur="2988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22720" y="148590"/>
            <a:ext cx="4999355" cy="1658620"/>
          </a:xfrm>
        </p:spPr>
        <p:txBody>
          <a:bodyPr>
            <a:normAutofit fontScale="90000"/>
          </a:bodyPr>
          <a:lstStyle/>
          <a:p>
            <a:r>
              <a:rPr lang="en-US" altLang="zh-CN" sz="3600" b="0" dirty="0" smtClean="0">
                <a:solidFill>
                  <a:schemeClr val="tx1"/>
                </a:solidFill>
                <a:effectLst/>
                <a:cs typeface="Arial" panose="020B0604020202020204" pitchFamily="34" charset="0"/>
                <a:sym typeface="+mn-ea"/>
              </a:rPr>
              <a:t>    yùndònɡ</a:t>
            </a:r>
            <a:br>
              <a:rPr lang="en-US" altLang="zh-CN" sz="3600" b="0" dirty="0" smtClean="0">
                <a:solidFill>
                  <a:schemeClr val="tx1"/>
                </a:solidFill>
                <a:effectLst/>
                <a:cs typeface="Arial" panose="020B0604020202020204" pitchFamily="34" charset="0"/>
                <a:sym typeface="+mn-ea"/>
              </a:rPr>
            </a:br>
            <a:r>
              <a:rPr lang="en-US" altLang="zh-CN" sz="3600" b="0" dirty="0" smtClean="0">
                <a:solidFill>
                  <a:schemeClr val="tx1"/>
                </a:solidFill>
                <a:effectLst/>
                <a:cs typeface="Arial" panose="020B0604020202020204" pitchFamily="34" charset="0"/>
                <a:sym typeface="+mn-ea"/>
              </a:rPr>
              <a:t>  1  </a:t>
            </a:r>
            <a:r>
              <a:rPr lang="zh-CN" altLang="en-US" sz="3600" b="0" dirty="0" smtClean="0">
                <a:solidFill>
                  <a:schemeClr val="tx1"/>
                </a:solidFill>
                <a:effectLst/>
                <a:cs typeface="Arial" panose="020B0604020202020204" pitchFamily="34" charset="0"/>
                <a:sym typeface="+mn-ea"/>
              </a:rPr>
              <a:t>运</a:t>
            </a:r>
            <a:r>
              <a:rPr lang="en-US" altLang="zh-CN" sz="3600" b="0" dirty="0" smtClean="0">
                <a:solidFill>
                  <a:schemeClr val="tx1"/>
                </a:solidFill>
                <a:effectLst/>
                <a:cs typeface="Arial" panose="020B0604020202020204" pitchFamily="34" charset="0"/>
                <a:sym typeface="+mn-ea"/>
              </a:rPr>
              <a:t> </a:t>
            </a:r>
            <a:r>
              <a:rPr lang="zh-CN" altLang="en-US" sz="3600" b="0" dirty="0" smtClean="0">
                <a:solidFill>
                  <a:schemeClr val="tx1"/>
                </a:solidFill>
                <a:effectLst/>
                <a:cs typeface="Arial" panose="020B0604020202020204" pitchFamily="34" charset="0"/>
                <a:sym typeface="+mn-ea"/>
              </a:rPr>
              <a:t>动      </a:t>
            </a:r>
            <a:r>
              <a:rPr lang="en-US" altLang="zh-CN" sz="3600" b="0" dirty="0" smtClean="0">
                <a:solidFill>
                  <a:schemeClr val="tx1"/>
                </a:solidFill>
                <a:effectLst/>
                <a:cs typeface="Arial" panose="020B0604020202020204" pitchFamily="34" charset="0"/>
                <a:sym typeface="+mn-ea"/>
              </a:rPr>
              <a:t>sports  </a:t>
            </a:r>
            <a:r>
              <a:rPr lang="zh-CN" altLang="en-US" sz="3600" b="0" dirty="0" smtClean="0">
                <a:solidFill>
                  <a:schemeClr val="tx1"/>
                </a:solidFill>
                <a:effectLst/>
                <a:cs typeface="Arial" panose="020B0604020202020204" pitchFamily="34" charset="0"/>
                <a:sym typeface="+mn-ea"/>
              </a:rPr>
              <a:t>（</a:t>
            </a:r>
            <a:r>
              <a:rPr lang="en-US" altLang="zh-CN" sz="3600" b="0" dirty="0" smtClean="0">
                <a:solidFill>
                  <a:schemeClr val="tx1"/>
                </a:solidFill>
                <a:effectLst/>
                <a:cs typeface="Arial" panose="020B0604020202020204" pitchFamily="34" charset="0"/>
                <a:sym typeface="+mn-ea"/>
              </a:rPr>
              <a:t>N</a:t>
            </a:r>
            <a:r>
              <a:rPr lang="zh-CN" altLang="en-US" sz="3600" b="0" dirty="0" smtClean="0">
                <a:solidFill>
                  <a:schemeClr val="tx1"/>
                </a:solidFill>
                <a:effectLst/>
                <a:cs typeface="Arial" panose="020B0604020202020204" pitchFamily="34" charset="0"/>
                <a:sym typeface="+mn-ea"/>
              </a:rPr>
              <a:t>）     </a:t>
            </a:r>
            <a:r>
              <a:rPr lang="zh-CN" altLang="en-US" sz="3600" b="1" dirty="0" smtClean="0">
                <a:solidFill>
                  <a:srgbClr val="FF0000"/>
                </a:solidFill>
                <a:sym typeface="+mn-ea"/>
              </a:rPr>
              <a:t>  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pic>
        <p:nvPicPr>
          <p:cNvPr id="4" name="Picture 2" descr="C:\Users\lenovo\Pictures\u=4286340424,646428740&amp;fm=26&amp;gp=0.jpg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1" cstate="print"/>
          <a:srcRect l="10327" r="10236"/>
          <a:stretch>
            <a:fillRect/>
          </a:stretch>
        </p:blipFill>
        <p:spPr bwMode="auto">
          <a:xfrm>
            <a:off x="3480435" y="2083435"/>
            <a:ext cx="2494280" cy="2242185"/>
          </a:xfrm>
          <a:prstGeom prst="rect">
            <a:avLst/>
          </a:prstGeom>
          <a:noFill/>
        </p:spPr>
      </p:pic>
      <p:pic>
        <p:nvPicPr>
          <p:cNvPr id="6" name="Picture 5" descr="C:\Users\lenovo\Pictures\u=1604154664,1208310967&amp;fm=26&amp;gp=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37525" y="2070100"/>
            <a:ext cx="2496185" cy="2255520"/>
          </a:xfrm>
          <a:prstGeom prst="rect">
            <a:avLst/>
          </a:prstGeom>
          <a:noFill/>
        </p:spPr>
      </p:pic>
      <p:sp>
        <p:nvSpPr>
          <p:cNvPr id="8" name="标题 1"/>
          <p:cNvSpPr txBox="1"/>
          <p:nvPr/>
        </p:nvSpPr>
        <p:spPr>
          <a:xfrm>
            <a:off x="8137716" y="4519688"/>
            <a:ext cx="2685031" cy="1213010"/>
          </a:xfrm>
          <a:prstGeom prst="rect">
            <a:avLst/>
          </a:prstGeom>
        </p:spPr>
        <p:txBody>
          <a:bodyPr vert="horz" rtlCol="0" anchor="ctr">
            <a:normAutofit fontScale="60000"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zh-CN" altLang="en-US" sz="4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yóu yǒnɡ   </a:t>
            </a:r>
            <a:endParaRPr lang="zh-CN" altLang="en-US" sz="4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r>
              <a:rPr lang="zh-CN" altLang="en-US" sz="4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游 泳</a:t>
            </a:r>
            <a:br>
              <a:rPr lang="en-US" altLang="zh-CN" sz="4000" dirty="0" smtClean="0">
                <a:solidFill>
                  <a:schemeClr val="tx1"/>
                </a:solidFill>
              </a:rPr>
            </a:br>
            <a:r>
              <a:rPr lang="en-US" altLang="zh-CN" sz="3200" b="1" dirty="0" smtClean="0">
                <a:sym typeface="+mn-ea"/>
              </a:rPr>
              <a:t>       </a:t>
            </a:r>
            <a:endParaRPr lang="zh-CN" altLang="en-US" sz="3200" b="1" dirty="0"/>
          </a:p>
        </p:txBody>
      </p:sp>
      <p:sp>
        <p:nvSpPr>
          <p:cNvPr id="9" name="标题 1"/>
          <p:cNvSpPr txBox="1"/>
          <p:nvPr/>
        </p:nvSpPr>
        <p:spPr>
          <a:xfrm>
            <a:off x="3355572" y="4600333"/>
            <a:ext cx="2744298" cy="1213010"/>
          </a:xfrm>
          <a:prstGeom prst="rect">
            <a:avLst/>
          </a:prstGeom>
        </p:spPr>
        <p:txBody>
          <a:bodyPr vert="horz" rtlCol="0" anchor="ctr">
            <a:normAutofit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zh-CN" altLang="en-US" sz="3200" b="1" dirty="0" smtClean="0">
                <a:solidFill>
                  <a:schemeClr val="tx1"/>
                </a:solidFill>
                <a:sym typeface="+mn-ea"/>
              </a:rPr>
              <a:t>跑步</a:t>
            </a:r>
            <a:r>
              <a:rPr lang="en-US" altLang="zh-CN" sz="3200" b="1" dirty="0" smtClean="0">
                <a:sym typeface="+mn-ea"/>
              </a:rPr>
              <a:t> </a:t>
            </a:r>
            <a:br>
              <a:rPr lang="en-US" altLang="zh-CN" sz="3200" b="1" dirty="0" smtClean="0"/>
            </a:br>
            <a:r>
              <a:rPr lang="en-US" altLang="zh-CN" sz="3200" b="1" dirty="0" smtClean="0">
                <a:sym typeface="+mn-ea"/>
              </a:rPr>
              <a:t>       </a:t>
            </a:r>
            <a:endParaRPr lang="zh-CN" altLang="en-US" sz="3200" b="1" dirty="0"/>
          </a:p>
        </p:txBody>
      </p:sp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11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2108200" cy="1218142"/>
          </a:xfrm>
        </p:spPr>
        <p:txBody>
          <a:bodyPr>
            <a:normAutofit/>
          </a:bodyPr>
          <a:lstStyle/>
          <a:p>
            <a:r>
              <a:rPr lang="en-US" altLang="zh-CN" b="0" dirty="0" smtClean="0"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     </a:t>
            </a:r>
            <a:r>
              <a:rPr lang="zh-CN" altLang="en-US" b="0" dirty="0" smtClean="0">
                <a:solidFill>
                  <a:schemeClr val="tx1"/>
                </a:solidFill>
                <a:effectLst/>
                <a:cs typeface="Arial" panose="020B0604020202020204" pitchFamily="34" charset="0"/>
              </a:rPr>
              <a:t>q</a:t>
            </a:r>
            <a:r>
              <a:rPr lang="zh-CN" altLang="en-US" b="0" dirty="0">
                <a:solidFill>
                  <a:schemeClr val="tx1"/>
                </a:solidFill>
                <a:effectLst/>
                <a:cs typeface="Arial" panose="020B0604020202020204" pitchFamily="34" charset="0"/>
              </a:rPr>
              <a:t>í</a:t>
            </a:r>
            <a:br>
              <a:rPr lang="en-US" altLang="zh-CN" b="0" dirty="0">
                <a:solidFill>
                  <a:schemeClr val="tx1"/>
                </a:solidFill>
                <a:effectLst/>
                <a:cs typeface="Arial" panose="020B0604020202020204" pitchFamily="34" charset="0"/>
              </a:rPr>
            </a:br>
            <a:r>
              <a:rPr lang="en-US" altLang="zh-CN" b="0" dirty="0" smtClean="0">
                <a:solidFill>
                  <a:schemeClr val="tx1"/>
                </a:solidFill>
                <a:effectLst/>
                <a:cs typeface="Arial" panose="020B0604020202020204" pitchFamily="34" charset="0"/>
              </a:rPr>
              <a:t>10  </a:t>
            </a:r>
            <a:r>
              <a:rPr lang="zh-CN" altLang="en-US" b="0" dirty="0" smtClean="0">
                <a:solidFill>
                  <a:schemeClr val="tx1"/>
                </a:solidFill>
                <a:effectLst/>
                <a:cs typeface="Arial" panose="020B0604020202020204" pitchFamily="34" charset="0"/>
              </a:rPr>
              <a:t>骑 </a:t>
            </a:r>
            <a:r>
              <a:rPr lang="en-US" altLang="zh-CN" b="0" dirty="0" smtClean="0">
                <a:solidFill>
                  <a:schemeClr val="tx1"/>
                </a:solidFill>
                <a:effectLst/>
                <a:cs typeface="Arial" panose="020B0604020202020204" pitchFamily="34" charset="0"/>
              </a:rPr>
              <a:t>ride</a:t>
            </a:r>
            <a:endParaRPr lang="en-US" altLang="zh-CN" b="0" dirty="0" smtClean="0"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  <p:pic>
        <p:nvPicPr>
          <p:cNvPr id="4" name="图片 3" descr="骑马.jpg"/>
          <p:cNvPicPr>
            <a:picLocks noChangeAspect="1"/>
          </p:cNvPicPr>
          <p:nvPr/>
        </p:nvPicPr>
        <p:blipFill rotWithShape="1">
          <a:blip r:embed="rId1"/>
          <a:srcRect l="11465" b="7037"/>
          <a:stretch>
            <a:fillRect/>
          </a:stretch>
        </p:blipFill>
        <p:spPr>
          <a:xfrm>
            <a:off x="5489018" y="1769339"/>
            <a:ext cx="4789515" cy="3340129"/>
          </a:xfrm>
          <a:prstGeom prst="rect">
            <a:avLst/>
          </a:prstGeom>
        </p:spPr>
      </p:pic>
      <p:sp>
        <p:nvSpPr>
          <p:cNvPr id="5" name="标题 1"/>
          <p:cNvSpPr txBox="1"/>
          <p:nvPr/>
        </p:nvSpPr>
        <p:spPr>
          <a:xfrm>
            <a:off x="6540922" y="5301238"/>
            <a:ext cx="2685031" cy="1213010"/>
          </a:xfrm>
          <a:prstGeom prst="rect">
            <a:avLst/>
          </a:prstGeom>
        </p:spPr>
        <p:txBody>
          <a:bodyPr vert="horz" rtlCol="0" anchor="ctr">
            <a:noAutofit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zh-CN" altLang="en-US" sz="31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qí </a:t>
            </a:r>
            <a:r>
              <a:rPr lang="en-US" altLang="zh-CN" sz="31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m</a:t>
            </a:r>
            <a:r>
              <a:rPr lang="zh-CN" altLang="en-US" sz="31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ǎ</a:t>
            </a:r>
            <a:endParaRPr lang="zh-CN" altLang="en-US" sz="31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r>
              <a:rPr lang="zh-CN" altLang="en-US" sz="3100" dirty="0" smtClean="0">
                <a:solidFill>
                  <a:schemeClr val="tx1"/>
                </a:solidFill>
                <a:sym typeface="+mn-ea"/>
              </a:rPr>
              <a:t>骑 马</a:t>
            </a:r>
            <a:r>
              <a:rPr lang="en-US" altLang="zh-CN" sz="3100" dirty="0" smtClean="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zh-CN" sz="3100" b="1" dirty="0" smtClean="0">
                <a:solidFill>
                  <a:schemeClr val="tx1"/>
                </a:solidFill>
                <a:sym typeface="+mn-ea"/>
              </a:rPr>
              <a:t>       </a:t>
            </a:r>
            <a:endParaRPr lang="en-US" altLang="zh-CN" sz="3100" b="1" dirty="0" smtClean="0">
              <a:solidFill>
                <a:schemeClr val="tx1"/>
              </a:solidFill>
              <a:sym typeface="+mn-ea"/>
            </a:endParaRPr>
          </a:p>
        </p:txBody>
      </p:sp>
      <p:pic>
        <p:nvPicPr>
          <p:cNvPr id="6" name="Picture 4" descr="C:\Users\lenovo\Pictures\u=3331554189,3620236074&amp;fm=26&amp;gp=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528" y="2065437"/>
            <a:ext cx="3179075" cy="3044031"/>
          </a:xfrm>
          <a:prstGeom prst="rect">
            <a:avLst/>
          </a:prstGeom>
          <a:noFill/>
        </p:spPr>
      </p:pic>
      <p:sp>
        <p:nvSpPr>
          <p:cNvPr id="7" name="标题 1"/>
          <p:cNvSpPr txBox="1"/>
          <p:nvPr/>
        </p:nvSpPr>
        <p:spPr>
          <a:xfrm>
            <a:off x="1291590" y="5300980"/>
            <a:ext cx="4032885" cy="1212850"/>
          </a:xfrm>
          <a:prstGeom prst="rect">
            <a:avLst/>
          </a:prstGeom>
        </p:spPr>
        <p:txBody>
          <a:bodyPr vert="horz" rtlCol="0" anchor="ctr">
            <a:normAutofit fontScale="70000"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zh-CN" altLang="en-US"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qí zì xínɡ chē   </a:t>
            </a:r>
            <a:endParaRPr lang="zh-CN" altLang="en-US" sz="32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CN" altLang="en-US"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骑 自 行   车</a:t>
            </a:r>
            <a:r>
              <a:rPr lang="en-US" altLang="zh-CN" sz="3200" b="1" dirty="0" smtClean="0">
                <a:sym typeface="+mn-ea"/>
              </a:rPr>
              <a:t>  </a:t>
            </a:r>
            <a:endParaRPr lang="en-US" altLang="zh-CN" sz="3200" b="1" dirty="0" smtClean="0">
              <a:sym typeface="+mn-ea"/>
            </a:endParaRPr>
          </a:p>
          <a:p>
            <a:r>
              <a:rPr lang="en-US" altLang="zh-CN" sz="3200" b="1" dirty="0" smtClean="0">
                <a:solidFill>
                  <a:schemeClr val="tx1"/>
                </a:solidFill>
                <a:sym typeface="+mn-ea"/>
              </a:rPr>
              <a:t>   </a:t>
            </a:r>
            <a:endParaRPr lang="en-US" altLang="zh-CN" sz="3200" b="1" dirty="0" smtClean="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 descr="C:\Users\lenovo\Pictures\u=588889720,3597919292&amp;fm=200&amp;gp=0.jp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97401" y="2078460"/>
            <a:ext cx="2426113" cy="2154555"/>
          </a:xfrm>
          <a:prstGeom prst="rect">
            <a:avLst/>
          </a:prstGeom>
          <a:noFill/>
        </p:spPr>
      </p:pic>
      <p:pic>
        <p:nvPicPr>
          <p:cNvPr id="2050" name="Picture 2" descr="C:\Users\lenovo\Pictures\u=1615145702,279488495&amp;fm=26&amp;gp=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740916" y="2077659"/>
            <a:ext cx="2131656" cy="2154554"/>
          </a:xfrm>
          <a:prstGeom prst="rect">
            <a:avLst/>
          </a:prstGeom>
          <a:noFill/>
        </p:spPr>
      </p:pic>
      <p:pic>
        <p:nvPicPr>
          <p:cNvPr id="7170" name="Picture 2" descr="C:\Users\lenovo\Pictures\u=2010548813,2044937204&amp;fm=200&amp;gp=0.jpg"/>
          <p:cNvPicPr>
            <a:picLocks noChangeAspect="1" noChangeArrowheads="1"/>
          </p:cNvPicPr>
          <p:nvPr/>
        </p:nvPicPr>
        <p:blipFill rotWithShape="1">
          <a:blip r:embed="rId3" cstate="print"/>
          <a:srcRect t="6105" b="6923"/>
          <a:stretch>
            <a:fillRect/>
          </a:stretch>
        </p:blipFill>
        <p:spPr bwMode="auto">
          <a:xfrm>
            <a:off x="2723775" y="2078460"/>
            <a:ext cx="2112129" cy="2192322"/>
          </a:xfrm>
          <a:prstGeom prst="rect">
            <a:avLst/>
          </a:prstGeom>
          <a:noFill/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38200" y="365125"/>
            <a:ext cx="4377267" cy="1325563"/>
          </a:xfrm>
        </p:spPr>
        <p:txBody>
          <a:bodyPr/>
          <a:lstStyle/>
          <a:p>
            <a:r>
              <a:rPr lang="en-US" altLang="zh-CN" b="0" dirty="0">
                <a:solidFill>
                  <a:schemeClr val="tx1"/>
                </a:solidFill>
                <a:effectLst/>
                <a:cs typeface="Arial" panose="020B0604020202020204" pitchFamily="34" charset="0"/>
                <a:sym typeface="+mn-ea"/>
              </a:rPr>
              <a:t>   </a:t>
            </a:r>
            <a:r>
              <a:rPr lang="zh-CN" altLang="en-US" b="0" dirty="0">
                <a:solidFill>
                  <a:schemeClr val="tx1"/>
                </a:solidFill>
                <a:effectLst/>
                <a:cs typeface="Arial" panose="020B0604020202020204" pitchFamily="34" charset="0"/>
                <a:sym typeface="+mn-ea"/>
              </a:rPr>
              <a:t>dǎ</a:t>
            </a:r>
            <a:br>
              <a:rPr lang="en-US" altLang="zh-CN" b="0" dirty="0" smtClean="0">
                <a:solidFill>
                  <a:schemeClr val="tx1"/>
                </a:solidFill>
                <a:effectLst/>
                <a:cs typeface="Arial" panose="020B0604020202020204" pitchFamily="34" charset="0"/>
              </a:rPr>
            </a:br>
            <a:r>
              <a:rPr lang="en-US" altLang="zh-CN" b="0" dirty="0" smtClean="0">
                <a:solidFill>
                  <a:schemeClr val="tx1"/>
                </a:solidFill>
                <a:effectLst/>
                <a:cs typeface="Arial" panose="020B0604020202020204" pitchFamily="34" charset="0"/>
              </a:rPr>
              <a:t>7 </a:t>
            </a:r>
            <a:r>
              <a:rPr lang="zh-CN" altLang="en-US" b="0" dirty="0" smtClean="0">
                <a:solidFill>
                  <a:schemeClr val="tx1"/>
                </a:solidFill>
                <a:effectLst/>
                <a:cs typeface="Arial" panose="020B0604020202020204" pitchFamily="34" charset="0"/>
              </a:rPr>
              <a:t>打 </a:t>
            </a:r>
            <a:r>
              <a:rPr lang="en-US" altLang="zh-CN" b="0" dirty="0" smtClean="0">
                <a:solidFill>
                  <a:schemeClr val="tx1"/>
                </a:solidFill>
                <a:effectLst/>
                <a:cs typeface="Arial" panose="020B0604020202020204" pitchFamily="34" charset="0"/>
                <a:sym typeface="+mn-ea"/>
              </a:rPr>
              <a:t>play (</a:t>
            </a:r>
            <a:r>
              <a:rPr lang="en-US" altLang="zh-CN" b="0" dirty="0">
                <a:solidFill>
                  <a:schemeClr val="tx1"/>
                </a:solidFill>
                <a:effectLst/>
                <a:cs typeface="Arial" panose="020B0604020202020204" pitchFamily="34" charset="0"/>
                <a:sym typeface="+mn-ea"/>
              </a:rPr>
              <a:t>a game)</a:t>
            </a:r>
            <a:endParaRPr lang="en-US" altLang="zh-CN" b="0" dirty="0">
              <a:solidFill>
                <a:schemeClr val="tx1"/>
              </a:solidFill>
              <a:effectLst/>
              <a:cs typeface="Arial" panose="020B0604020202020204" pitchFamily="34" charset="0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57" b="20425"/>
          <a:stretch>
            <a:fillRect/>
          </a:stretch>
        </p:blipFill>
        <p:spPr>
          <a:xfrm>
            <a:off x="9872345" y="2078355"/>
            <a:ext cx="2319655" cy="204089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83515" y="4357370"/>
            <a:ext cx="184023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dǎ lán qiú   </a:t>
            </a:r>
            <a:endParaRPr lang="zh-CN" altLang="en-US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zh-CN" altLang="en-US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打</a:t>
            </a:r>
            <a:r>
              <a:rPr lang="zh-CN" altLang="en-US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篮  球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723515" y="4443730"/>
            <a:ext cx="216471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dǎ </a:t>
            </a:r>
            <a:r>
              <a:rPr lang="en-US" altLang="zh-CN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p</a:t>
            </a:r>
            <a:r>
              <a:rPr lang="zh-CN" altLang="en-US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á</a:t>
            </a:r>
            <a:r>
              <a:rPr lang="en-US" altLang="zh-CN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i</a:t>
            </a:r>
            <a:r>
              <a:rPr lang="zh-CN" altLang="en-US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qiú   </a:t>
            </a:r>
            <a:endParaRPr lang="zh-CN" altLang="en-US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zh-CN" altLang="en-US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打</a:t>
            </a:r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</a:t>
            </a:r>
            <a:r>
              <a:rPr lang="zh-CN" altLang="en-US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排  球</a:t>
            </a:r>
            <a:endParaRPr lang="zh-CN" altLang="en-US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176520" y="4570730"/>
            <a:ext cx="229743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dǎ pīnɡ pānɡ qiú </a:t>
            </a:r>
            <a:endParaRPr lang="zh-CN" altLang="en-US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CN" altLang="en-US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打 </a:t>
            </a:r>
            <a:r>
              <a:rPr lang="zh-CN" altLang="en-US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 乒     乓   球 </a:t>
            </a:r>
            <a:endParaRPr lang="en-US" altLang="zh-CN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CN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play table tennis</a:t>
            </a:r>
            <a:r>
              <a:rPr lang="zh-CN" altLang="en-US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716520" y="4570730"/>
            <a:ext cx="201295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dǎ wǎnɡ qiú </a:t>
            </a:r>
            <a:endParaRPr lang="zh-CN" altLang="en-US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CN" altLang="en-US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打 </a:t>
            </a:r>
            <a:r>
              <a:rPr lang="zh-CN" altLang="en-US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  网   球</a:t>
            </a:r>
            <a:endParaRPr lang="zh-CN" altLang="en-US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r>
              <a:rPr lang="en-US" altLang="zh-CN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play tennis</a:t>
            </a:r>
            <a:r>
              <a:rPr lang="zh-CN" altLang="en-US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9972040" y="4993640"/>
            <a:ext cx="201295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打太极拳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9753600" y="4634230"/>
            <a:ext cx="24384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dǎ tài jí quán </a:t>
            </a:r>
            <a:endParaRPr lang="zh-CN" altLang="en-US"/>
          </a:p>
        </p:txBody>
      </p:sp>
      <p:pic>
        <p:nvPicPr>
          <p:cNvPr id="100" name="图片 99"/>
          <p:cNvPicPr/>
          <p:nvPr/>
        </p:nvPicPr>
        <p:blipFill>
          <a:blip r:embed="rId5"/>
          <a:stretch>
            <a:fillRect/>
          </a:stretch>
        </p:blipFill>
        <p:spPr>
          <a:xfrm>
            <a:off x="4993640" y="2142490"/>
            <a:ext cx="2722880" cy="197675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5470" y="-55880"/>
            <a:ext cx="1699260" cy="254889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7880985" y="1007110"/>
            <a:ext cx="27451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羽毛球（yǔ máo qiú ）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9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9455" y="143510"/>
            <a:ext cx="5486400" cy="1469390"/>
          </a:xfrm>
        </p:spPr>
        <p:txBody>
          <a:bodyPr>
            <a:normAutofit fontScale="90000"/>
          </a:bodyPr>
          <a:lstStyle/>
          <a:p>
            <a:br>
              <a:rPr lang="en-US" altLang="zh-CN" b="1" dirty="0" smtClean="0"/>
            </a:br>
            <a:r>
              <a:rPr lang="en-US" altLang="zh-CN" b="1" dirty="0" smtClean="0"/>
              <a:t>     </a:t>
            </a:r>
            <a:r>
              <a:rPr lang="zh-CN" altLang="en-US" sz="2665" b="0" dirty="0" smtClean="0">
                <a:solidFill>
                  <a:schemeClr val="tx1"/>
                </a:solidFill>
                <a:effectLst/>
                <a:cs typeface="Arial" panose="020B0604020202020204" pitchFamily="34" charset="0"/>
              </a:rPr>
              <a:t>t</a:t>
            </a:r>
            <a:r>
              <a:rPr lang="zh-CN" altLang="en-US" sz="2665" b="0" dirty="0">
                <a:solidFill>
                  <a:schemeClr val="tx1"/>
                </a:solidFill>
                <a:effectLst/>
                <a:cs typeface="Arial" panose="020B0604020202020204" pitchFamily="34" charset="0"/>
              </a:rPr>
              <a:t>ī                     </a:t>
            </a:r>
            <a:r>
              <a:rPr lang="zh-CN" altLang="en-US" sz="2665" b="0" dirty="0" smtClean="0"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</a:t>
            </a:r>
            <a:br>
              <a:rPr lang="en-US" altLang="zh-CN" sz="2665" b="0" dirty="0" smtClean="0">
                <a:solidFill>
                  <a:schemeClr val="tx1"/>
                </a:solidFill>
                <a:effectLst/>
                <a:cs typeface="Arial" panose="020B0604020202020204" pitchFamily="34" charset="0"/>
              </a:rPr>
            </a:br>
            <a:r>
              <a:rPr lang="en-US" altLang="zh-CN" sz="2665" b="0" dirty="0" smtClean="0">
                <a:solidFill>
                  <a:schemeClr val="tx1"/>
                </a:solidFill>
                <a:effectLst/>
                <a:cs typeface="Arial" panose="020B0604020202020204" pitchFamily="34" charset="0"/>
              </a:rPr>
              <a:t>5  </a:t>
            </a:r>
            <a:r>
              <a:rPr lang="zh-CN" altLang="en-US" sz="2665" b="0" dirty="0" smtClean="0">
                <a:solidFill>
                  <a:schemeClr val="tx1"/>
                </a:solidFill>
                <a:effectLst/>
                <a:cs typeface="Arial" panose="020B0604020202020204" pitchFamily="34" charset="0"/>
              </a:rPr>
              <a:t>踢     </a:t>
            </a:r>
            <a:r>
              <a:rPr lang="en-US" altLang="zh-CN" sz="2665" b="0" dirty="0">
                <a:solidFill>
                  <a:schemeClr val="tx1"/>
                </a:solidFill>
                <a:effectLst/>
                <a:cs typeface="Arial" panose="020B0604020202020204" pitchFamily="34" charset="0"/>
              </a:rPr>
              <a:t>kick, </a:t>
            </a:r>
            <a:r>
              <a:rPr lang="en-US" altLang="zh-CN" sz="2665" b="0" dirty="0" smtClean="0">
                <a:solidFill>
                  <a:schemeClr val="tx1"/>
                </a:solidFill>
                <a:effectLst/>
                <a:cs typeface="Arial" panose="020B0604020202020204" pitchFamily="34" charset="0"/>
              </a:rPr>
              <a:t>play (</a:t>
            </a:r>
            <a:r>
              <a:rPr lang="en-US" altLang="zh-CN" sz="2665" b="0" dirty="0">
                <a:solidFill>
                  <a:schemeClr val="tx1"/>
                </a:solidFill>
                <a:effectLst/>
                <a:cs typeface="Arial" panose="020B0604020202020204" pitchFamily="34" charset="0"/>
              </a:rPr>
              <a:t>football)</a:t>
            </a:r>
            <a:br>
              <a:rPr lang="zh-CN" altLang="zh-CN" sz="2665" b="0" dirty="0">
                <a:solidFill>
                  <a:schemeClr val="tx1"/>
                </a:solidFill>
                <a:effectLst/>
                <a:cs typeface="Arial" panose="020B0604020202020204" pitchFamily="34" charset="0"/>
              </a:rPr>
            </a:br>
            <a:endParaRPr lang="zh-CN" altLang="zh-CN" sz="2665" b="0" dirty="0"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  <p:pic>
        <p:nvPicPr>
          <p:cNvPr id="4" name="Picture 3" descr="C:\Users\lenovo\Pictures\u=4131168844,3842139525&amp;fm=200&amp;gp=0.jpg"/>
          <p:cNvPicPr>
            <a:picLocks noGrp="1" noChangeAspect="1" noChangeArrowheads="1"/>
          </p:cNvPicPr>
          <p:nvPr>
            <p:ph idx="1"/>
          </p:nvPr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003972" y="1622901"/>
            <a:ext cx="4762500" cy="3810000"/>
          </a:xfrm>
          <a:prstGeom prst="rect">
            <a:avLst/>
          </a:prstGeom>
          <a:noFill/>
        </p:spPr>
      </p:pic>
      <p:sp>
        <p:nvSpPr>
          <p:cNvPr id="5" name="标题 1"/>
          <p:cNvSpPr txBox="1"/>
          <p:nvPr/>
        </p:nvSpPr>
        <p:spPr>
          <a:xfrm>
            <a:off x="7998756" y="2902848"/>
            <a:ext cx="2685031" cy="1052143"/>
          </a:xfrm>
          <a:prstGeom prst="rect">
            <a:avLst/>
          </a:prstGeom>
        </p:spPr>
        <p:txBody>
          <a:bodyPr vert="horz" rtlCol="0" anchor="ctr">
            <a:normAutofit lnSpcReduction="10000"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zh-CN" altLang="en-US"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tī zú qiú   </a:t>
            </a:r>
            <a:endParaRPr lang="zh-CN" altLang="en-US" sz="32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CN" altLang="en-US"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踢 足 球 </a:t>
            </a:r>
            <a:r>
              <a:rPr lang="en-US" altLang="zh-CN" sz="3200" b="1" dirty="0" smtClean="0">
                <a:sym typeface="+mn-ea"/>
              </a:rPr>
              <a:t> </a:t>
            </a:r>
            <a:endParaRPr lang="zh-CN" altLang="en-US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4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9217" name="内容占位符 2"/>
          <p:cNvSpPr>
            <a:spLocks noGrp="1"/>
          </p:cNvSpPr>
          <p:nvPr>
            <p:ph idx="1"/>
          </p:nvPr>
        </p:nvSpPr>
        <p:spPr>
          <a:xfrm>
            <a:off x="2387600" y="168275"/>
            <a:ext cx="3994150" cy="2638425"/>
          </a:xfrm>
          <a:solidFill>
            <a:schemeClr val="tx2">
              <a:lumMod val="20000"/>
              <a:lumOff val="80000"/>
            </a:schemeClr>
          </a:solidFill>
        </p:spPr>
        <p:txBody>
          <a:bodyPr anchor="t">
            <a:normAutofit lnSpcReduction="10000"/>
          </a:bodyPr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endParaRPr sz="2000" strike="noStrike" noProof="1">
              <a:effectLst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 b="1">
                <a:sym typeface="+mn-ea"/>
              </a:rPr>
              <a:t>    </a:t>
            </a:r>
            <a:r>
              <a:rPr lang="en-US" altLang="zh-CN" sz="2000" b="1">
                <a:effectLst/>
                <a:sym typeface="+mn-ea"/>
              </a:rPr>
              <a:t> </a:t>
            </a:r>
            <a:r>
              <a:rPr sz="2000">
                <a:effectLst/>
                <a:cs typeface="Arial" panose="020B0604020202020204" pitchFamily="34" charset="0"/>
                <a:sym typeface="+mn-ea"/>
              </a:rPr>
              <a:t>nǐ xǐ huɑn shén me yùn dònɡ ？ </a:t>
            </a:r>
            <a:endParaRPr lang="zh-CN" altLang="en-US" sz="2000">
              <a:effectLst/>
              <a:cs typeface="Arial" panose="020B0604020202020204" pitchFamily="34" charset="0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cs typeface="Arial" panose="020B0604020202020204" pitchFamily="34" charset="0"/>
                <a:sym typeface="+mn-ea"/>
              </a:rPr>
              <a:t>A   </a:t>
            </a:r>
            <a:r>
              <a:rPr sz="2000">
                <a:effectLst/>
                <a:cs typeface="Arial" panose="020B0604020202020204" pitchFamily="34" charset="0"/>
                <a:sym typeface="+mn-ea"/>
              </a:rPr>
              <a:t>你 喜 欢       什   么    运   动   ？ </a:t>
            </a:r>
            <a:endParaRPr lang="zh-CN" altLang="en-US" sz="2000">
              <a:effectLst/>
              <a:cs typeface="Arial" panose="020B0604020202020204" pitchFamily="34" charset="0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endParaRPr lang="zh-CN" altLang="en-US" sz="2000">
              <a:effectLst/>
              <a:cs typeface="Arial" panose="020B0604020202020204" pitchFamily="34" charset="0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r>
              <a:rPr sz="2000">
                <a:effectLst/>
                <a:cs typeface="Arial" panose="020B0604020202020204" pitchFamily="34" charset="0"/>
                <a:sym typeface="+mn-ea"/>
              </a:rPr>
              <a:t>     wǒ  xǐ huɑn … … </a:t>
            </a:r>
            <a:endParaRPr lang="zh-CN" altLang="en-US" sz="2000">
              <a:effectLst/>
              <a:cs typeface="Arial" panose="020B0604020202020204" pitchFamily="34" charset="0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cs typeface="Arial" panose="020B0604020202020204" pitchFamily="34" charset="0"/>
                <a:sym typeface="+mn-ea"/>
              </a:rPr>
              <a:t>B   </a:t>
            </a:r>
            <a:r>
              <a:rPr sz="2000">
                <a:effectLst/>
                <a:cs typeface="Arial" panose="020B0604020202020204" pitchFamily="34" charset="0"/>
                <a:sym typeface="+mn-ea"/>
              </a:rPr>
              <a:t>我  喜  欢   … …</a:t>
            </a:r>
            <a:endParaRPr lang="zh-CN" altLang="en-US" sz="2000">
              <a:effectLst/>
              <a:cs typeface="Arial" panose="020B0604020202020204" pitchFamily="34" charset="0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endParaRPr sz="2000" strike="noStrike" noProof="1">
              <a:effectLst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endParaRPr lang="zh-CN" altLang="en-US" sz="2000">
              <a:solidFill>
                <a:schemeClr val="tx1"/>
              </a:solidFill>
              <a:effectLst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387600" y="3020060"/>
            <a:ext cx="3966210" cy="34766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pǎo bù   </a:t>
            </a:r>
            <a:endParaRPr lang="zh-CN" altLang="en-US" sz="200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00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跑  步 </a:t>
            </a:r>
            <a:r>
              <a:rPr lang="en-US" altLang="zh-CN" sz="200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:run</a:t>
            </a:r>
            <a:r>
              <a:rPr lang="zh-CN" altLang="en-US" sz="200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zh-CN" altLang="en-US" sz="200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00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zh-CN" altLang="en-US" sz="200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00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tī zú qiú   </a:t>
            </a:r>
            <a:endParaRPr lang="zh-CN" altLang="en-US" sz="200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00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踢 足 球 </a:t>
            </a:r>
            <a:r>
              <a:rPr lang="en-US" altLang="zh-CN" sz="200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:play football</a:t>
            </a:r>
            <a:r>
              <a:rPr lang="zh-CN" altLang="en-US" sz="200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zh-CN" altLang="en-US" sz="200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00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endParaRPr lang="zh-CN" altLang="en-US" sz="200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00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yóu yǒnɡ   </a:t>
            </a:r>
            <a:endParaRPr lang="zh-CN" altLang="en-US" sz="200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00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游    泳</a:t>
            </a:r>
            <a:r>
              <a:rPr lang="en-US" altLang="zh-CN" sz="200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:swim</a:t>
            </a:r>
            <a:r>
              <a:rPr lang="zh-CN" altLang="en-US" sz="200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endParaRPr lang="zh-CN" altLang="en-US" sz="200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zh-CN" altLang="en-US" sz="200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00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qí zì xínɡ chē   </a:t>
            </a:r>
            <a:endParaRPr lang="zh-CN" altLang="en-US" sz="200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00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骑 自 行   车</a:t>
            </a:r>
            <a:r>
              <a:rPr lang="en-US" altLang="zh-CN" sz="200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:ride a bike</a:t>
            </a:r>
            <a:r>
              <a:rPr lang="zh-CN" altLang="en-US" sz="200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endParaRPr lang="zh-CN" altLang="en-US" sz="200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242685" y="3020060"/>
            <a:ext cx="4837430" cy="34766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dǎ lán qiú   </a:t>
            </a:r>
            <a:endParaRPr lang="zh-CN" altLang="en-US" sz="200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00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打 篮  球</a:t>
            </a:r>
            <a:r>
              <a:rPr lang="en-US" altLang="zh-CN" sz="200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:play basketball</a:t>
            </a:r>
            <a:r>
              <a:rPr lang="zh-CN" altLang="en-US" sz="200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endParaRPr lang="zh-CN" altLang="en-US" sz="200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00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zh-CN" altLang="en-US" sz="200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00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dǎ yǔ máo qiú </a:t>
            </a:r>
            <a:endParaRPr lang="zh-CN" altLang="en-US" sz="200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00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打  羽  毛   球 </a:t>
            </a:r>
            <a:r>
              <a:rPr lang="en-US" altLang="zh-CN" sz="200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:play badminton</a:t>
            </a:r>
            <a:endParaRPr lang="en-US" altLang="zh-CN" sz="200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00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zh-CN" altLang="en-US" sz="200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00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dǎ wǎnɡ qiú </a:t>
            </a:r>
            <a:endParaRPr lang="zh-CN" altLang="en-US" sz="200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00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打    网   球</a:t>
            </a:r>
            <a:r>
              <a:rPr lang="en-US" altLang="zh-CN" sz="200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:play tennis</a:t>
            </a:r>
            <a:r>
              <a:rPr lang="zh-CN" altLang="en-US" sz="200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endParaRPr lang="zh-CN" altLang="en-US" sz="200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zh-CN" altLang="en-US" sz="200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00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dǎ pīnɡ pānɡ qiú </a:t>
            </a:r>
            <a:endParaRPr lang="zh-CN" altLang="en-US" sz="200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00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打   乒     乓   球 </a:t>
            </a:r>
            <a:r>
              <a:rPr lang="en-US" altLang="zh-CN" sz="200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:play table tennis</a:t>
            </a:r>
            <a:r>
              <a:rPr lang="zh-CN" altLang="en-US" sz="200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zh-CN" altLang="en-US" sz="200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2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92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4" name="内容占位符 2"/>
          <p:cNvSpPr>
            <a:spLocks noGrp="1"/>
          </p:cNvSpPr>
          <p:nvPr/>
        </p:nvSpPr>
        <p:spPr>
          <a:xfrm>
            <a:off x="1499870" y="3429000"/>
            <a:ext cx="4950460" cy="16122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softEdge rad="63500"/>
          </a:effectLst>
        </p:spPr>
        <p:txBody>
          <a:bodyPr vert="horz" lIns="90000" tIns="46800" rIns="90000" bIns="46800" rtlCol="0" anchor="t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endParaRPr sz="2000">
              <a:solidFill>
                <a:schemeClr val="tx1"/>
              </a:solidFill>
              <a:effectLst/>
              <a:sym typeface="+mn-ea"/>
            </a:endParaRPr>
          </a:p>
          <a:p>
            <a:pPr marL="457200" lvl="1" indent="0">
              <a:buNone/>
            </a:pPr>
            <a:r>
              <a:rPr sz="2400">
                <a:effectLst/>
                <a:sym typeface="+mn-ea"/>
              </a:rPr>
              <a:t>你</a:t>
            </a:r>
            <a:r>
              <a:rPr lang="en-US" altLang="zh-CN" sz="2400">
                <a:effectLst/>
                <a:sym typeface="+mn-ea"/>
              </a:rPr>
              <a:t> </a:t>
            </a:r>
            <a:r>
              <a:rPr sz="2400">
                <a:effectLst/>
                <a:sym typeface="+mn-ea"/>
              </a:rPr>
              <a:t>觉得 他 的</a:t>
            </a:r>
            <a:r>
              <a:rPr lang="en-US" altLang="zh-CN" sz="2400">
                <a:effectLst/>
                <a:sym typeface="+mn-ea"/>
              </a:rPr>
              <a:t> </a:t>
            </a:r>
            <a:r>
              <a:rPr sz="2400">
                <a:effectLst/>
                <a:sym typeface="+mn-ea"/>
              </a:rPr>
              <a:t>身体 </a:t>
            </a:r>
            <a:r>
              <a:rPr lang="en-US" altLang="zh-CN" sz="2400">
                <a:effectLst/>
                <a:sym typeface="+mn-ea"/>
              </a:rPr>
              <a:t> </a:t>
            </a:r>
            <a:r>
              <a:rPr sz="2400">
                <a:effectLst/>
                <a:sym typeface="+mn-ea"/>
              </a:rPr>
              <a:t>好  吗 ？</a:t>
            </a:r>
            <a:endParaRPr lang="zh-CN" altLang="en-US" sz="2400">
              <a:effectLst/>
              <a:sym typeface="+mn-ea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endParaRPr lang="zh-CN" altLang="en-US" sz="2400">
              <a:solidFill>
                <a:schemeClr val="tx1"/>
              </a:solidFill>
              <a:effectLst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922145" y="483235"/>
            <a:ext cx="302641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algn="l" defTabSz="914400" rtl="0" fontAlgn="base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565910" y="1501775"/>
            <a:ext cx="3900170" cy="7270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1" indent="0" algn="l" defTabSz="914400" fontAlgn="base">
              <a:lnSpc>
                <a:spcPts val="2480"/>
              </a:lnSpc>
              <a:buClrTx/>
              <a:buSzTx/>
              <a:buFontTx/>
              <a:buNone/>
            </a:pP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8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8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shēntǐ </a:t>
            </a:r>
            <a:endParaRPr lang="en-US" altLang="zh-CN" sz="28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lvl="1" indent="0" algn="l" defTabSz="914400" fontAlgn="base">
              <a:lnSpc>
                <a:spcPts val="2480"/>
              </a:lnSpc>
              <a:buClrTx/>
              <a:buSzTx/>
              <a:buFontTx/>
              <a:buNone/>
            </a:pPr>
            <a:r>
              <a:rPr lang="en-US" altLang="zh-CN" sz="28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 身 体:body</a:t>
            </a:r>
            <a:r>
              <a:rPr lang="zh-CN" altLang="en-US" sz="28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8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health</a:t>
            </a:r>
            <a:endParaRPr lang="en-US" altLang="zh-CN" sz="28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3075" name="Picture 3" descr="C:\Users\lenovo\Pictures\u=4014198672,3015534946&amp;fm=26&amp;gp=0.jp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 rotWithShape="1">
          <a:blip r:embed="rId2" cstate="print"/>
          <a:srcRect l="-8077" t="-250" r="8077" b="10201"/>
          <a:stretch>
            <a:fillRect/>
          </a:stretch>
        </p:blipFill>
        <p:spPr bwMode="auto">
          <a:xfrm>
            <a:off x="6095788" y="407779"/>
            <a:ext cx="2360762" cy="2633134"/>
          </a:xfrm>
          <a:prstGeom prst="rect">
            <a:avLst/>
          </a:prstGeom>
          <a:noFill/>
        </p:spPr>
      </p:pic>
      <p:pic>
        <p:nvPicPr>
          <p:cNvPr id="3076" name="Picture 4" descr="C:\Users\lenovo\Pictures\u=2062420866,1597250925&amp;fm=200&amp;gp=0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74915" y="3516630"/>
            <a:ext cx="2953385" cy="26225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4" name="内容占位符 2"/>
          <p:cNvSpPr>
            <a:spLocks noGrp="1"/>
          </p:cNvSpPr>
          <p:nvPr/>
        </p:nvSpPr>
        <p:spPr>
          <a:xfrm>
            <a:off x="1953895" y="516890"/>
            <a:ext cx="8389620" cy="62395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softEdge rad="63500"/>
          </a:effectLst>
        </p:spPr>
        <p:txBody>
          <a:bodyPr vert="horz" lIns="90000" tIns="46800" rIns="90000" bIns="46800" rtlCol="0" anchor="t">
            <a:normAutofit lnSpcReduction="10000"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endParaRPr sz="2000">
              <a:solidFill>
                <a:schemeClr val="tx1"/>
              </a:solidFill>
              <a:effectLst/>
              <a:sym typeface="+mn-ea"/>
            </a:endParaRPr>
          </a:p>
          <a:p>
            <a:pPr marL="457200" lvl="1" indent="0">
              <a:buNone/>
            </a:pPr>
            <a:r>
              <a:rPr lang="en-US" altLang="zh-CN" sz="2000" b="1">
                <a:effectLst/>
                <a:sym typeface="+mn-ea"/>
              </a:rPr>
              <a:t>……</a:t>
            </a:r>
            <a:r>
              <a:rPr sz="2000" b="1">
                <a:effectLst/>
                <a:sym typeface="+mn-ea"/>
              </a:rPr>
              <a:t>duì shēn tǐ hǎo     </a:t>
            </a:r>
            <a:r>
              <a:rPr lang="en-US" altLang="zh-CN" sz="2000" b="1">
                <a:effectLst/>
                <a:sym typeface="+mn-ea"/>
              </a:rPr>
              <a:t>=</a:t>
            </a:r>
            <a:r>
              <a:rPr sz="2000" b="1">
                <a:effectLst/>
                <a:sym typeface="+mn-ea"/>
              </a:rPr>
              <a:t>     </a:t>
            </a:r>
            <a:r>
              <a:rPr lang="en-US" altLang="zh-CN" sz="2000" b="1">
                <a:effectLst/>
                <a:sym typeface="+mn-ea"/>
              </a:rPr>
              <a:t>……</a:t>
            </a:r>
            <a:r>
              <a:rPr sz="2000" b="1">
                <a:effectLst/>
                <a:sym typeface="+mn-ea"/>
              </a:rPr>
              <a:t>duì shēn tǐ bù hǎo</a:t>
            </a:r>
            <a:endParaRPr lang="en-US" altLang="zh-CN" sz="2000" b="1">
              <a:effectLst/>
              <a:sym typeface="+mn-ea"/>
            </a:endParaRPr>
          </a:p>
          <a:p>
            <a:pPr marL="457200" lvl="1" indent="0">
              <a:buNone/>
            </a:pPr>
            <a:r>
              <a:rPr lang="en-US" altLang="zh-CN" sz="2000" b="1">
                <a:effectLst/>
                <a:sym typeface="+mn-ea"/>
              </a:rPr>
              <a:t>……</a:t>
            </a:r>
            <a:r>
              <a:rPr sz="2000" b="1">
                <a:effectLst/>
                <a:sym typeface="+mn-ea"/>
              </a:rPr>
              <a:t>对   身   体 好       </a:t>
            </a:r>
            <a:r>
              <a:rPr lang="en-US" altLang="zh-CN" sz="2000" b="1">
                <a:effectLst/>
                <a:sym typeface="+mn-ea"/>
              </a:rPr>
              <a:t> =     …… </a:t>
            </a:r>
            <a:r>
              <a:rPr sz="2000" b="1">
                <a:effectLst/>
                <a:sym typeface="+mn-ea"/>
              </a:rPr>
              <a:t>对   身  体 不  好</a:t>
            </a:r>
            <a:endParaRPr lang="zh-CN" altLang="en-US" sz="2000" b="1">
              <a:effectLst/>
              <a:sym typeface="+mn-ea"/>
            </a:endParaRPr>
          </a:p>
          <a:p>
            <a:pPr marL="457200" lvl="1" indent="0">
              <a:buNone/>
            </a:pPr>
            <a:r>
              <a:rPr sz="2000" b="1">
                <a:solidFill>
                  <a:schemeClr val="tx1"/>
                </a:solidFill>
                <a:effectLst/>
                <a:sym typeface="+mn-ea"/>
              </a:rPr>
              <a:t>（</a:t>
            </a:r>
            <a:r>
              <a:rPr lang="en-US" altLang="zh-CN" sz="2000" b="1">
                <a:solidFill>
                  <a:schemeClr val="tx1"/>
                </a:solidFill>
                <a:effectLst/>
                <a:sym typeface="+mn-ea"/>
              </a:rPr>
              <a:t>……be good for health</a:t>
            </a:r>
            <a:r>
              <a:rPr sz="2000" b="1">
                <a:solidFill>
                  <a:schemeClr val="tx1"/>
                </a:solidFill>
                <a:effectLst/>
                <a:sym typeface="+mn-ea"/>
              </a:rPr>
              <a:t>）      （</a:t>
            </a:r>
            <a:r>
              <a:rPr lang="en-US" altLang="zh-CN" sz="2000" b="1">
                <a:solidFill>
                  <a:schemeClr val="tx1"/>
                </a:solidFill>
                <a:effectLst/>
                <a:sym typeface="+mn-ea"/>
              </a:rPr>
              <a:t>……be not good for health</a:t>
            </a:r>
            <a:r>
              <a:rPr sz="2000" b="1">
                <a:solidFill>
                  <a:schemeClr val="tx1"/>
                </a:solidFill>
                <a:effectLst/>
                <a:sym typeface="+mn-ea"/>
              </a:rPr>
              <a:t>）</a:t>
            </a:r>
            <a:endParaRPr sz="2000" b="1">
              <a:solidFill>
                <a:schemeClr val="tx1"/>
              </a:solidFill>
              <a:effectLst/>
              <a:sym typeface="+mn-ea"/>
            </a:endParaRPr>
          </a:p>
          <a:p>
            <a:pPr marL="457200" lvl="1" indent="0">
              <a:buNone/>
            </a:pPr>
            <a:endParaRPr sz="2000">
              <a:solidFill>
                <a:schemeClr val="tx1"/>
              </a:solidFill>
              <a:effectLst/>
              <a:sym typeface="+mn-ea"/>
            </a:endParaRPr>
          </a:p>
          <a:p>
            <a:pPr marL="457200" lvl="1" indent="0">
              <a:buNone/>
            </a:pPr>
            <a:r>
              <a:rPr sz="2000">
                <a:solidFill>
                  <a:schemeClr val="tx1"/>
                </a:solidFill>
                <a:effectLst/>
                <a:sym typeface="+mn-ea"/>
              </a:rPr>
              <a:t>měi tiān pǎo bù duì shēn tǐ hǎo mɑ ？ </a:t>
            </a:r>
            <a:endParaRPr lang="zh-CN" altLang="en-US" sz="2000">
              <a:solidFill>
                <a:schemeClr val="tx1"/>
              </a:solidFill>
              <a:effectLst/>
              <a:sym typeface="+mn-ea"/>
            </a:endParaRPr>
          </a:p>
          <a:p>
            <a:pPr marL="457200" lvl="1" indent="0">
              <a:buNone/>
            </a:pPr>
            <a:r>
              <a:rPr sz="2000">
                <a:solidFill>
                  <a:schemeClr val="tx1"/>
                </a:solidFill>
                <a:effectLst/>
                <a:sym typeface="+mn-ea"/>
              </a:rPr>
              <a:t>  每  天   跑   步   对  身   体 好  吗 ？</a:t>
            </a:r>
            <a:endParaRPr sz="2000">
              <a:solidFill>
                <a:schemeClr val="tx1"/>
              </a:solidFill>
              <a:effectLst/>
              <a:sym typeface="+mn-ea"/>
            </a:endParaRPr>
          </a:p>
          <a:p>
            <a:pPr marL="457200" lvl="1" indent="0">
              <a:buNone/>
            </a:pPr>
            <a:r>
              <a:rPr sz="2000">
                <a:solidFill>
                  <a:schemeClr val="tx1"/>
                </a:solidFill>
                <a:effectLst/>
                <a:sym typeface="+mn-ea"/>
              </a:rPr>
              <a:t>（ Is running good for your health every day?）</a:t>
            </a:r>
            <a:endParaRPr lang="zh-CN" altLang="en-US" sz="2000">
              <a:solidFill>
                <a:schemeClr val="tx1"/>
              </a:solidFill>
              <a:effectLst/>
              <a:sym typeface="+mn-ea"/>
            </a:endParaRPr>
          </a:p>
          <a:p>
            <a:pPr marL="457200" lvl="1" indent="0">
              <a:buNone/>
            </a:pPr>
            <a:endParaRPr lang="zh-CN" altLang="en-US" sz="2000">
              <a:effectLst/>
              <a:sym typeface="+mn-ea"/>
            </a:endParaRPr>
          </a:p>
          <a:p>
            <a:pPr marL="457200" lvl="1" indent="0">
              <a:buNone/>
            </a:pPr>
            <a:r>
              <a:rPr sz="2000">
                <a:effectLst/>
                <a:sym typeface="+mn-ea"/>
              </a:rPr>
              <a:t>měi tiān </a:t>
            </a:r>
            <a:r>
              <a:rPr sz="2000">
                <a:solidFill>
                  <a:srgbClr val="FF0000"/>
                </a:solidFill>
                <a:effectLst/>
                <a:sym typeface="+mn-ea"/>
              </a:rPr>
              <a:t>hē jiǔ</a:t>
            </a:r>
            <a:r>
              <a:rPr sz="2000">
                <a:effectLst/>
                <a:sym typeface="+mn-ea"/>
              </a:rPr>
              <a:t> duì shēn tǐ hǎo mɑ ？ </a:t>
            </a:r>
            <a:r>
              <a:rPr sz="2000">
                <a:solidFill>
                  <a:srgbClr val="FF0000"/>
                </a:solidFill>
                <a:effectLst/>
                <a:sym typeface="+mn-ea"/>
              </a:rPr>
              <a:t>chōu yān</a:t>
            </a:r>
            <a:r>
              <a:rPr sz="2000">
                <a:effectLst/>
                <a:sym typeface="+mn-ea"/>
              </a:rPr>
              <a:t>  </a:t>
            </a:r>
            <a:r>
              <a:rPr lang="en-US" altLang="zh-CN" sz="2000">
                <a:effectLst/>
                <a:sym typeface="+mn-ea"/>
              </a:rPr>
              <a:t>ne?</a:t>
            </a:r>
            <a:endParaRPr lang="zh-CN" altLang="en-US" sz="2000">
              <a:effectLst/>
              <a:sym typeface="+mn-ea"/>
            </a:endParaRPr>
          </a:p>
          <a:p>
            <a:pPr marL="457200" lvl="1" indent="0">
              <a:buNone/>
            </a:pPr>
            <a:r>
              <a:rPr sz="2000">
                <a:effectLst/>
                <a:sym typeface="+mn-ea"/>
              </a:rPr>
              <a:t>  每  天   </a:t>
            </a:r>
            <a:r>
              <a:rPr sz="2000">
                <a:solidFill>
                  <a:srgbClr val="FF0000"/>
                </a:solidFill>
                <a:effectLst/>
                <a:sym typeface="+mn-ea"/>
              </a:rPr>
              <a:t>喝 酒</a:t>
            </a:r>
            <a:r>
              <a:rPr sz="2000">
                <a:effectLst/>
                <a:sym typeface="+mn-ea"/>
              </a:rPr>
              <a:t>  对   身   体  好   吗 ？    </a:t>
            </a:r>
            <a:r>
              <a:rPr sz="2000">
                <a:solidFill>
                  <a:srgbClr val="FF0000"/>
                </a:solidFill>
                <a:effectLst/>
                <a:sym typeface="+mn-ea"/>
              </a:rPr>
              <a:t>抽    烟   </a:t>
            </a:r>
            <a:r>
              <a:rPr sz="2000">
                <a:effectLst/>
                <a:sym typeface="+mn-ea"/>
              </a:rPr>
              <a:t>呢？</a:t>
            </a:r>
            <a:endParaRPr lang="zh-CN" altLang="en-US" sz="2000">
              <a:effectLst/>
              <a:sym typeface="+mn-ea"/>
            </a:endParaRPr>
          </a:p>
          <a:p>
            <a:pPr marL="457200" lvl="1" indent="0">
              <a:buNone/>
            </a:pPr>
            <a:r>
              <a:rPr sz="2000">
                <a:solidFill>
                  <a:schemeClr val="tx1"/>
                </a:solidFill>
                <a:effectLst/>
                <a:sym typeface="+mn-ea"/>
              </a:rPr>
              <a:t>（Is</a:t>
            </a:r>
            <a:r>
              <a:rPr sz="2000">
                <a:solidFill>
                  <a:schemeClr val="accent1"/>
                </a:solidFill>
                <a:effectLst/>
                <a:sym typeface="+mn-ea"/>
              </a:rPr>
              <a:t> </a:t>
            </a:r>
            <a:r>
              <a:rPr sz="2000">
                <a:solidFill>
                  <a:srgbClr val="FF0000"/>
                </a:solidFill>
                <a:effectLst/>
                <a:sym typeface="+mn-ea"/>
              </a:rPr>
              <a:t>drinking</a:t>
            </a:r>
            <a:r>
              <a:rPr sz="2000">
                <a:solidFill>
                  <a:schemeClr val="tx1"/>
                </a:solidFill>
                <a:effectLst/>
                <a:sym typeface="+mn-ea"/>
              </a:rPr>
              <a:t> every day good for your health? How about</a:t>
            </a:r>
            <a:r>
              <a:rPr sz="2000">
                <a:solidFill>
                  <a:schemeClr val="accent1"/>
                </a:solidFill>
                <a:effectLst/>
                <a:sym typeface="+mn-ea"/>
              </a:rPr>
              <a:t> </a:t>
            </a:r>
            <a:r>
              <a:rPr sz="2000">
                <a:solidFill>
                  <a:srgbClr val="FF0000"/>
                </a:solidFill>
                <a:effectLst/>
                <a:sym typeface="+mn-ea"/>
              </a:rPr>
              <a:t>smoking</a:t>
            </a:r>
            <a:r>
              <a:rPr sz="2000">
                <a:solidFill>
                  <a:schemeClr val="tx1"/>
                </a:solidFill>
                <a:effectLst/>
                <a:sym typeface="+mn-ea"/>
              </a:rPr>
              <a:t>?</a:t>
            </a:r>
            <a:r>
              <a:rPr lang="en-US" altLang="zh-CN" sz="2000">
                <a:solidFill>
                  <a:schemeClr val="tx1"/>
                </a:solidFill>
                <a:effectLst/>
                <a:sym typeface="+mn-ea"/>
              </a:rPr>
              <a:t>)</a:t>
            </a:r>
            <a:endParaRPr lang="en-US" altLang="zh-CN" sz="2000" strike="noStrike" noProof="1">
              <a:solidFill>
                <a:schemeClr val="tx1"/>
              </a:solidFill>
              <a:effectLst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00660" y="2759710"/>
            <a:ext cx="2540000" cy="10452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1" indent="0" algn="l" defTabSz="914400" fontAlgn="base">
              <a:lnSpc>
                <a:spcPts val="2480"/>
              </a:lnSpc>
              <a:buClrTx/>
              <a:buSzTx/>
              <a:buFontTx/>
              <a:buNone/>
            </a:pP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shēntǐ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lvl="1" indent="0" algn="l" defTabSz="914400" fontAlgn="base">
              <a:lnSpc>
                <a:spcPts val="248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 身 体:body,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lvl="1" indent="0" algn="l" defTabSz="914400" fontAlgn="base">
              <a:lnSpc>
                <a:spcPts val="248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health</a:t>
            </a:r>
            <a:endParaRPr lang="zh-CN" altLang="en-US" sz="2000"/>
          </a:p>
        </p:txBody>
      </p:sp>
      <p:pic>
        <p:nvPicPr>
          <p:cNvPr id="7" name="Picture 3" descr="C:\Users\lenovo\Pictures\u=3338433027,85473715&amp;fm=26&amp;gp=0.jp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0343515" y="2759710"/>
            <a:ext cx="1826260" cy="1911985"/>
          </a:xfrm>
          <a:prstGeom prst="rect">
            <a:avLst/>
          </a:prstGeom>
          <a:noFill/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45" r="7010"/>
          <a:stretch>
            <a:fillRect/>
          </a:stretch>
        </p:blipFill>
        <p:spPr>
          <a:xfrm>
            <a:off x="10321290" y="4827905"/>
            <a:ext cx="1870710" cy="1835150"/>
          </a:xfrm>
          <a:prstGeom prst="rect">
            <a:avLst/>
          </a:prstGeom>
        </p:spPr>
      </p:pic>
      <p:pic>
        <p:nvPicPr>
          <p:cNvPr id="9" name="Picture 2" descr="C:\Users\lenovo\Pictures\u=4286340424,646428740&amp;fm=26&amp;gp=0.jpg"/>
          <p:cNvPicPr>
            <a:picLocks noChangeAspect="1" noChangeArrowheads="1"/>
          </p:cNvPicPr>
          <p:nvPr/>
        </p:nvPicPr>
        <p:blipFill rotWithShape="1">
          <a:blip r:embed="rId3" cstate="print"/>
          <a:srcRect l="10327" r="10236"/>
          <a:stretch>
            <a:fillRect/>
          </a:stretch>
        </p:blipFill>
        <p:spPr bwMode="auto">
          <a:xfrm>
            <a:off x="10321290" y="946150"/>
            <a:ext cx="1848485" cy="166179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1903730" y="4532630"/>
            <a:ext cx="8133715" cy="12903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   </a:t>
            </a:r>
            <a:r>
              <a:rPr lang="zh-CN" altLang="en-US" sz="2000" dirty="0">
                <a:effectLst/>
                <a:cs typeface="Arial" panose="020B0604020202020204" pitchFamily="34" charset="0"/>
              </a:rPr>
              <a:t>tīnɡ yīn yuè                                                 kàn diàn yǐnɡ </a:t>
            </a:r>
            <a:endParaRPr lang="zh-CN" altLang="en-US" sz="2000" dirty="0">
              <a:effectLst/>
              <a:cs typeface="Arial" panose="020B0604020202020204" pitchFamily="34" charset="0"/>
            </a:endParaRPr>
          </a:p>
          <a:p>
            <a:r>
              <a:rPr lang="zh-CN" altLang="en-US" sz="2000" dirty="0">
                <a:effectLst/>
                <a:cs typeface="Arial" panose="020B0604020202020204" pitchFamily="34" charset="0"/>
              </a:rPr>
              <a:t>听   音  乐                                                     看  电   影</a:t>
            </a:r>
            <a:endParaRPr lang="zh-CN" altLang="en-US" sz="2000" dirty="0">
              <a:effectLst/>
              <a:cs typeface="Arial" panose="020B0604020202020204" pitchFamily="34" charset="0"/>
            </a:endParaRPr>
          </a:p>
        </p:txBody>
      </p:sp>
      <p:pic>
        <p:nvPicPr>
          <p:cNvPr id="1027" name="Picture 3" descr="C:\Users\lenovo\Pictures\u=3270219048,369932560&amp;fm=26&amp;gp=0.jp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903730" y="2030730"/>
            <a:ext cx="2982595" cy="2239010"/>
          </a:xfrm>
          <a:prstGeom prst="rect">
            <a:avLst/>
          </a:prstGeom>
          <a:noFill/>
        </p:spPr>
      </p:pic>
      <p:pic>
        <p:nvPicPr>
          <p:cNvPr id="1030" name="Picture 6" descr="C:\Users\lenovo\Pictures\u=377948591,2777400999&amp;fm=26&amp;gp=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7905" y="2030730"/>
            <a:ext cx="2816225" cy="2283460"/>
          </a:xfrm>
          <a:prstGeom prst="rect">
            <a:avLst/>
          </a:prstGeom>
          <a:noFill/>
        </p:spPr>
      </p:pic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4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2509520" y="390525"/>
            <a:ext cx="1706880" cy="7531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marL="0" marR="0" indent="0" algn="l" defTabSz="914400" rtl="0" fontAlgn="base">
              <a:lnSpc>
                <a:spcPts val="258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àihào </a:t>
            </a:r>
            <a:b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</a:b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 爱好:hobby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zh-CN" altLang="en-US" sz="3200" b="1" dirty="0"/>
            </a:br>
            <a:br>
              <a:rPr lang="zh-CN" altLang="en-US" sz="3200" b="1" dirty="0"/>
            </a:br>
            <a:endParaRPr lang="zh-CN" altLang="en-US" sz="3200" b="1" dirty="0"/>
          </a:p>
        </p:txBody>
      </p:sp>
      <p:pic>
        <p:nvPicPr>
          <p:cNvPr id="6147" name="Picture 3" descr="C:\Users\lenovo\Pictures\timg (24).jp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10820" y="1816735"/>
            <a:ext cx="2413635" cy="2339340"/>
          </a:xfrm>
          <a:prstGeom prst="rect">
            <a:avLst/>
          </a:prstGeom>
          <a:noFill/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8335" y="1816735"/>
            <a:ext cx="2659380" cy="2354580"/>
          </a:xfrm>
          <a:prstGeom prst="rect">
            <a:avLst/>
          </a:prstGeom>
        </p:spPr>
      </p:pic>
      <p:pic>
        <p:nvPicPr>
          <p:cNvPr id="5124" name="Picture 4" descr="C:\Users\lenovo\Pictures\u=1570249443,910638780&amp;fm=26&amp;gp=0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09055" y="1816735"/>
            <a:ext cx="2620645" cy="2369185"/>
          </a:xfrm>
          <a:prstGeom prst="rect">
            <a:avLst/>
          </a:prstGeom>
          <a:noFill/>
        </p:spPr>
      </p:pic>
      <p:sp>
        <p:nvSpPr>
          <p:cNvPr id="5" name="文本框 4"/>
          <p:cNvSpPr txBox="1"/>
          <p:nvPr/>
        </p:nvSpPr>
        <p:spPr>
          <a:xfrm>
            <a:off x="210820" y="310515"/>
            <a:ext cx="1144460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zh-CN" altLang="en-US" sz="2000">
                <a:latin typeface="Arial" panose="020B0604020202020204" pitchFamily="34" charset="0"/>
                <a:cs typeface="Arial" panose="020B0604020202020204" pitchFamily="34" charset="0"/>
              </a:rPr>
              <a:t>chànɡ ɡē               </a:t>
            </a: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             </a:t>
            </a:r>
            <a:r>
              <a:rPr lang="zh-CN" altLang="en-US" sz="2000">
                <a:latin typeface="Arial" panose="020B0604020202020204" pitchFamily="34" charset="0"/>
                <a:cs typeface="Arial" panose="020B0604020202020204" pitchFamily="34" charset="0"/>
              </a:rPr>
              <a:t> tiào wǔ            </a:t>
            </a: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                      </a:t>
            </a:r>
            <a:r>
              <a:rPr lang="zh-CN" altLang="en-US" sz="2000">
                <a:latin typeface="Arial" panose="020B0604020202020204" pitchFamily="34" charset="0"/>
                <a:cs typeface="Arial" panose="020B0604020202020204" pitchFamily="34" charset="0"/>
              </a:rPr>
              <a:t> wán yóu xì           </a:t>
            </a:r>
            <a:endParaRPr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ClrTx/>
              <a:buSzTx/>
              <a:buFontTx/>
            </a:pPr>
            <a:r>
              <a:rPr lang="zh-CN" altLang="en-US" sz="200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zh-CN" altLang="en-US" sz="2000">
                <a:latin typeface="Arial" panose="020B0604020202020204" pitchFamily="34" charset="0"/>
                <a:cs typeface="Arial" panose="020B0604020202020204" pitchFamily="34" charset="0"/>
              </a:rPr>
              <a:t>唱    歌                  </a:t>
            </a: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  <a:r>
              <a:rPr lang="zh-CN" altLang="en-US" sz="2000">
                <a:latin typeface="Arial" panose="020B0604020202020204" pitchFamily="34" charset="0"/>
                <a:cs typeface="Arial" panose="020B0604020202020204" pitchFamily="34" charset="0"/>
              </a:rPr>
              <a:t> 跳   舞             </a:t>
            </a: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                       </a:t>
            </a:r>
            <a:r>
              <a:rPr lang="zh-CN" altLang="en-US" sz="2000">
                <a:latin typeface="Arial" panose="020B0604020202020204" pitchFamily="34" charset="0"/>
                <a:cs typeface="Arial" panose="020B0604020202020204" pitchFamily="34" charset="0"/>
              </a:rPr>
              <a:t> 玩  游  戏             </a:t>
            </a:r>
            <a:endParaRPr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502660" y="4720590"/>
            <a:ext cx="3803650" cy="1630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>
                <a:latin typeface="Arial" panose="020B0604020202020204" pitchFamily="34" charset="0"/>
                <a:cs typeface="Arial" panose="020B0604020202020204" pitchFamily="34" charset="0"/>
              </a:rPr>
              <a:t>nǐ de ài hào shì shén me ？ </a:t>
            </a:r>
            <a:endParaRPr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000">
                <a:latin typeface="Arial" panose="020B0604020202020204" pitchFamily="34" charset="0"/>
                <a:cs typeface="Arial" panose="020B0604020202020204" pitchFamily="34" charset="0"/>
              </a:rPr>
              <a:t>你 的 爱 好  是  什   么 ？</a:t>
            </a:r>
            <a:endParaRPr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000">
                <a:latin typeface="Arial" panose="020B0604020202020204" pitchFamily="34" charset="0"/>
                <a:cs typeface="Arial" panose="020B0604020202020204" pitchFamily="34" charset="0"/>
              </a:rPr>
              <a:t>nǐ yǒu shén me ài hào ？ </a:t>
            </a:r>
            <a:endParaRPr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000">
                <a:latin typeface="Arial" panose="020B0604020202020204" pitchFamily="34" charset="0"/>
                <a:cs typeface="Arial" panose="020B0604020202020204" pitchFamily="34" charset="0"/>
              </a:rPr>
              <a:t>你 有    什   么   爱 好  ？</a:t>
            </a:r>
            <a:endParaRPr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4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9217" name="内容占位符 2"/>
          <p:cNvSpPr>
            <a:spLocks noGrp="1"/>
          </p:cNvSpPr>
          <p:nvPr>
            <p:ph idx="1"/>
          </p:nvPr>
        </p:nvSpPr>
        <p:spPr>
          <a:xfrm>
            <a:off x="1997710" y="1973580"/>
            <a:ext cx="7553960" cy="339852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>
            <a:normAutofit lnSpcReduction="20000"/>
          </a:bodyPr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endParaRPr sz="2000" strike="noStrike" noProof="1">
              <a:effectLst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 b="1">
                <a:sym typeface="+mn-ea"/>
              </a:rPr>
              <a:t>    </a:t>
            </a:r>
            <a:r>
              <a:rPr lang="en-US" altLang="zh-CN" sz="2000">
                <a:effectLst/>
                <a:cs typeface="Arial" panose="020B0604020202020204" pitchFamily="34" charset="0"/>
                <a:sym typeface="+mn-ea"/>
              </a:rPr>
              <a:t> </a:t>
            </a:r>
            <a:r>
              <a:rPr lang="en-US" altLang="zh-CN" sz="2000">
                <a:effectLst/>
                <a:cs typeface="Arial" panose="020B0604020202020204" pitchFamily="34" charset="0"/>
                <a:sym typeface="+mn-ea"/>
              </a:rPr>
              <a:t> </a:t>
            </a:r>
            <a:r>
              <a:rPr sz="2000">
                <a:effectLst/>
                <a:cs typeface="Arial" panose="020B0604020202020204" pitchFamily="34" charset="0"/>
                <a:sym typeface="+mn-ea"/>
              </a:rPr>
              <a:t>最</a:t>
            </a:r>
            <a:r>
              <a:rPr lang="en-US" altLang="zh-CN" sz="2000">
                <a:effectLst/>
                <a:cs typeface="Arial" panose="020B0604020202020204" pitchFamily="34" charset="0"/>
                <a:sym typeface="+mn-ea"/>
              </a:rPr>
              <a:t>+adj</a:t>
            </a:r>
            <a:endParaRPr lang="en-US" altLang="zh-CN" sz="2000">
              <a:effectLst/>
              <a:cs typeface="Arial" panose="020B0604020202020204" pitchFamily="34" charset="0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cs typeface="Arial" panose="020B0604020202020204" pitchFamily="34" charset="0"/>
                <a:sym typeface="+mn-ea"/>
              </a:rPr>
              <a:t>            </a:t>
            </a:r>
            <a:r>
              <a:rPr sz="2000">
                <a:effectLst/>
                <a:cs typeface="Arial" panose="020B0604020202020204" pitchFamily="34" charset="0"/>
                <a:sym typeface="+mn-ea"/>
              </a:rPr>
              <a:t>hǎo / piào liɑnɡ / hǎo chī / mánɡ / lèi / ɡuì / pián yi / dà </a:t>
            </a:r>
            <a:endParaRPr sz="2000">
              <a:effectLst/>
              <a:cs typeface="Arial" panose="020B0604020202020204" pitchFamily="34" charset="0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r>
              <a:rPr sz="2000">
                <a:effectLst/>
                <a:cs typeface="Arial" panose="020B0604020202020204" pitchFamily="34" charset="0"/>
                <a:sym typeface="+mn-ea"/>
              </a:rPr>
              <a:t>         </a:t>
            </a:r>
            <a:r>
              <a:rPr lang="en-US" altLang="zh-CN" sz="2000">
                <a:effectLst/>
                <a:cs typeface="Arial" panose="020B0604020202020204" pitchFamily="34" charset="0"/>
                <a:sym typeface="+mn-ea"/>
              </a:rPr>
              <a:t>   </a:t>
            </a:r>
            <a:r>
              <a:rPr sz="2000">
                <a:effectLst/>
                <a:cs typeface="Arial" panose="020B0604020202020204" pitchFamily="34" charset="0"/>
                <a:sym typeface="+mn-ea"/>
              </a:rPr>
              <a:t> 好  /    漂   亮    /  好  吃  /    忙   /  累  / 贵  / 便   宜 / 大  </a:t>
            </a:r>
            <a:endParaRPr lang="zh-CN" altLang="en-US" sz="2000">
              <a:effectLst/>
              <a:cs typeface="Arial" panose="020B0604020202020204" pitchFamily="34" charset="0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endParaRPr lang="zh-CN" altLang="en-US" sz="2000">
              <a:effectLst/>
              <a:cs typeface="Arial" panose="020B0604020202020204" pitchFamily="34" charset="0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r>
              <a:rPr sz="2000">
                <a:effectLst/>
                <a:cs typeface="Arial" panose="020B0604020202020204" pitchFamily="34" charset="0"/>
                <a:sym typeface="+mn-ea"/>
              </a:rPr>
              <a:t>  </a:t>
            </a:r>
            <a:r>
              <a:rPr lang="en-US" altLang="zh-CN" sz="2000">
                <a:effectLst/>
                <a:cs typeface="Arial" panose="020B0604020202020204" pitchFamily="34" charset="0"/>
                <a:sym typeface="+mn-ea"/>
              </a:rPr>
              <a:t>    </a:t>
            </a:r>
            <a:r>
              <a:rPr sz="2000">
                <a:effectLst/>
                <a:cs typeface="Arial" panose="020B0604020202020204" pitchFamily="34" charset="0"/>
                <a:sym typeface="+mn-ea"/>
              </a:rPr>
              <a:t>最</a:t>
            </a:r>
            <a:r>
              <a:rPr lang="en-US" altLang="zh-CN" sz="2000">
                <a:effectLst/>
                <a:cs typeface="Arial" panose="020B0604020202020204" pitchFamily="34" charset="0"/>
                <a:sym typeface="+mn-ea"/>
              </a:rPr>
              <a:t>+</a:t>
            </a:r>
            <a:r>
              <a:rPr lang="en-US" altLang="zh-CN" sz="3600">
                <a:effectLst/>
                <a:cs typeface="Arial" panose="020B0604020202020204" pitchFamily="34" charset="0"/>
                <a:sym typeface="+mn-ea"/>
              </a:rPr>
              <a:t>v</a:t>
            </a:r>
            <a:r>
              <a:rPr sz="1200">
                <a:effectLst/>
                <a:cs typeface="Arial" panose="020B0604020202020204" pitchFamily="34" charset="0"/>
                <a:sym typeface="+mn-ea"/>
              </a:rPr>
              <a:t>心</a:t>
            </a:r>
            <a:endParaRPr lang="zh-CN" altLang="en-US" sz="1200">
              <a:effectLst/>
              <a:cs typeface="Arial" panose="020B0604020202020204" pitchFamily="34" charset="0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r>
              <a:rPr sz="2000">
                <a:effectLst/>
                <a:cs typeface="Arial" panose="020B0604020202020204" pitchFamily="34" charset="0"/>
                <a:sym typeface="+mn-ea"/>
              </a:rPr>
              <a:t>             xǐ huɑn / xiǎnɡ / ài </a:t>
            </a:r>
            <a:endParaRPr sz="2000">
              <a:effectLst/>
              <a:cs typeface="Arial" panose="020B0604020202020204" pitchFamily="34" charset="0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r>
              <a:rPr sz="2000">
                <a:effectLst/>
                <a:cs typeface="Arial" panose="020B0604020202020204" pitchFamily="34" charset="0"/>
                <a:sym typeface="+mn-ea"/>
              </a:rPr>
              <a:t>       </a:t>
            </a:r>
            <a:r>
              <a:rPr lang="en-US" altLang="zh-CN" sz="2000">
                <a:effectLst/>
                <a:cs typeface="Arial" panose="020B0604020202020204" pitchFamily="34" charset="0"/>
                <a:sym typeface="+mn-ea"/>
              </a:rPr>
              <a:t>       </a:t>
            </a:r>
            <a:r>
              <a:rPr sz="2000">
                <a:effectLst/>
                <a:cs typeface="Arial" panose="020B0604020202020204" pitchFamily="34" charset="0"/>
                <a:sym typeface="+mn-ea"/>
              </a:rPr>
              <a:t>喜  欢   /    想    / 爱   </a:t>
            </a:r>
            <a:endParaRPr sz="2000" strike="noStrike" noProof="1">
              <a:effectLst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endParaRPr lang="zh-CN" altLang="en-US" sz="2000">
              <a:solidFill>
                <a:schemeClr val="tx1"/>
              </a:solidFill>
              <a:effectLst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40915" y="727710"/>
            <a:ext cx="2540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algn="l" defTabSz="914400" rtl="0" fontAlgn="base">
              <a:lnSpc>
                <a:spcPts val="24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zuì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ts val="24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9 最：most</a:t>
            </a:r>
            <a:endParaRPr lang="zh-CN" altLang="en-US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4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9217" name="内容占位符 2"/>
          <p:cNvSpPr>
            <a:spLocks noGrp="1"/>
          </p:cNvSpPr>
          <p:nvPr>
            <p:ph idx="1"/>
          </p:nvPr>
        </p:nvSpPr>
        <p:spPr>
          <a:xfrm>
            <a:off x="1110615" y="1960245"/>
            <a:ext cx="10883900" cy="4473575"/>
          </a:xfrm>
          <a:solidFill>
            <a:schemeClr val="tx2">
              <a:lumMod val="20000"/>
              <a:lumOff val="80000"/>
            </a:schemeClr>
          </a:solidFill>
        </p:spPr>
        <p:txBody>
          <a:bodyPr anchor="t">
            <a:normAutofit fontScale="90000"/>
          </a:bodyPr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endParaRPr sz="2000" strike="noStrike" noProof="1">
              <a:effectLst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sz="3000" smtClean="0">
                <a:solidFill>
                  <a:schemeClr val="tx1"/>
                </a:solidFill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他</a:t>
            </a:r>
            <a:r>
              <a:rPr lang="en-US" altLang="zh-CN" sz="3000" smtClean="0">
                <a:solidFill>
                  <a:schemeClr val="tx1"/>
                </a:solidFill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</a:t>
            </a:r>
            <a:r>
              <a:rPr sz="3000" smtClean="0">
                <a:solidFill>
                  <a:schemeClr val="tx1"/>
                </a:solidFill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是 我 最好 的 朋友。</a:t>
            </a:r>
            <a:endParaRPr sz="3000">
              <a:solidFill>
                <a:schemeClr val="tx1"/>
              </a:solidFill>
              <a:effectLst/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sz="3000"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你星期几</a:t>
            </a:r>
            <a:r>
              <a:rPr lang="en-US" altLang="zh-CN" sz="3000"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</a:t>
            </a:r>
            <a:r>
              <a:rPr sz="3000"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最忙？ </a:t>
            </a:r>
            <a:endParaRPr lang="zh-CN" altLang="en-US" sz="3000">
              <a:effectLst/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sz="3000"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你 最喜 欢</a:t>
            </a:r>
            <a:r>
              <a:rPr lang="en-US" altLang="zh-CN" sz="3000"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 </a:t>
            </a:r>
            <a:r>
              <a:rPr sz="3000"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什么</a:t>
            </a:r>
            <a:r>
              <a:rPr lang="en-US" altLang="zh-CN" sz="3000"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</a:t>
            </a:r>
            <a:r>
              <a:rPr sz="3000"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运动？ </a:t>
            </a:r>
            <a:endParaRPr lang="zh-CN" altLang="en-US" sz="3000">
              <a:effectLst/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sz="3000"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你 最 喜欢 吃</a:t>
            </a:r>
            <a:r>
              <a:rPr sz="3000"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什么？</a:t>
            </a:r>
            <a:endParaRPr sz="3000">
              <a:effectLst/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sz="3000"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你最想去哪儿？</a:t>
            </a:r>
            <a:endParaRPr lang="en-US" altLang="zh-CN" sz="3000">
              <a:effectLst/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000">
                <a:effectLst/>
                <a:sym typeface="+mn-ea"/>
              </a:rPr>
              <a:t> </a:t>
            </a:r>
            <a:endParaRPr lang="en-US" altLang="zh-CN" sz="2000">
              <a:effectLst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40915" y="727710"/>
            <a:ext cx="2540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algn="l" defTabSz="914400" rtl="0" fontAlgn="base">
              <a:lnSpc>
                <a:spcPts val="24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zuì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ts val="24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9 最：most</a:t>
            </a:r>
            <a:endParaRPr lang="zh-CN" altLang="en-US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2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92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92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4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9217" name="内容占位符 2"/>
          <p:cNvSpPr>
            <a:spLocks noGrp="1"/>
          </p:cNvSpPr>
          <p:nvPr>
            <p:ph idx="1"/>
          </p:nvPr>
        </p:nvSpPr>
        <p:spPr>
          <a:xfrm>
            <a:off x="753110" y="2640330"/>
            <a:ext cx="8488045" cy="27051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>
            <a:normAutofit/>
          </a:bodyPr>
          <a:p>
            <a:pPr marL="0" indent="0">
              <a:lnSpc>
                <a:spcPts val="2200"/>
              </a:lnSpc>
              <a:buNone/>
            </a:pPr>
            <a:r>
              <a:rPr lang="en-US" altLang="zh-CN" sz="2000" dirty="0" err="1">
                <a:effectLst/>
                <a:sym typeface="+mn-ea"/>
              </a:rPr>
              <a:t>xià</a:t>
            </a:r>
            <a:r>
              <a:rPr lang="en-US" altLang="zh-CN" sz="2000">
                <a:effectLst/>
                <a:sym typeface="+mn-ea"/>
              </a:rPr>
              <a:t> </a:t>
            </a:r>
            <a:r>
              <a:rPr lang="en-US" altLang="zh-CN" sz="2000" dirty="0" err="1" smtClean="0">
                <a:effectLst/>
                <a:sym typeface="+mn-ea"/>
              </a:rPr>
              <a:t>ge</a:t>
            </a:r>
            <a:r>
              <a:rPr lang="en-US" altLang="zh-CN" sz="2000" smtClean="0">
                <a:effectLst/>
                <a:sym typeface="+mn-ea"/>
              </a:rPr>
              <a:t> </a:t>
            </a:r>
            <a:r>
              <a:rPr lang="en-US" altLang="zh-CN" sz="2000" dirty="0" err="1" smtClean="0">
                <a:effectLst/>
                <a:sym typeface="+mn-ea"/>
              </a:rPr>
              <a:t>xīngqī</a:t>
            </a:r>
            <a:r>
              <a:rPr lang="en-US" altLang="zh-CN" sz="2000" smtClean="0">
                <a:effectLst/>
                <a:sym typeface="+mn-ea"/>
              </a:rPr>
              <a:t> </a:t>
            </a:r>
            <a:r>
              <a:rPr lang="en-US" altLang="zh-CN" sz="2000" dirty="0" err="1">
                <a:effectLst/>
                <a:sym typeface="+mn-ea"/>
              </a:rPr>
              <a:t>liù</a:t>
            </a:r>
            <a:r>
              <a:rPr lang="en-US" altLang="zh-CN" sz="2000">
                <a:effectLst/>
                <a:sym typeface="+mn-ea"/>
              </a:rPr>
              <a:t> </a:t>
            </a:r>
            <a:r>
              <a:rPr lang="en-US" altLang="zh-CN" sz="2000" dirty="0" err="1" smtClean="0">
                <a:effectLst/>
                <a:sym typeface="+mn-ea"/>
              </a:rPr>
              <a:t>liúxuéshēng</a:t>
            </a:r>
            <a:r>
              <a:rPr lang="en-US" altLang="zh-CN" sz="2000" smtClean="0">
                <a:effectLst/>
                <a:sym typeface="+mn-ea"/>
              </a:rPr>
              <a:t> </a:t>
            </a:r>
            <a:r>
              <a:rPr lang="en-US" altLang="zh-CN" sz="2000" dirty="0" err="1">
                <a:effectLst/>
                <a:sym typeface="+mn-ea"/>
              </a:rPr>
              <a:t>qù</a:t>
            </a:r>
            <a:r>
              <a:rPr lang="en-US" altLang="zh-CN" sz="2000">
                <a:effectLst/>
                <a:sym typeface="+mn-ea"/>
              </a:rPr>
              <a:t> </a:t>
            </a:r>
            <a:r>
              <a:rPr lang="en-US" altLang="zh-CN" sz="2000" dirty="0" err="1">
                <a:solidFill>
                  <a:srgbClr val="0070C0"/>
                </a:solidFill>
                <a:effectLst/>
                <a:sym typeface="+mn-ea"/>
              </a:rPr>
              <a:t>C</a:t>
            </a:r>
            <a:r>
              <a:rPr lang="en-US" altLang="zh-CN" sz="2000" dirty="0" err="1" smtClean="0">
                <a:solidFill>
                  <a:srgbClr val="0070C0"/>
                </a:solidFill>
                <a:effectLst/>
                <a:sym typeface="+mn-ea"/>
              </a:rPr>
              <a:t>hángchéng</a:t>
            </a:r>
            <a:r>
              <a:rPr lang="en-US" altLang="zh-CN" sz="2000" smtClean="0">
                <a:effectLst/>
                <a:sym typeface="+mn-ea"/>
              </a:rPr>
              <a:t> </a:t>
            </a:r>
            <a:r>
              <a:rPr sz="2000">
                <a:effectLst/>
                <a:sym typeface="+mn-ea"/>
              </a:rPr>
              <a:t>， </a:t>
            </a:r>
            <a:r>
              <a:rPr lang="en-US" altLang="zh-CN" sz="2000" dirty="0" err="1">
                <a:effectLst/>
                <a:sym typeface="+mn-ea"/>
              </a:rPr>
              <a:t>wǒ</a:t>
            </a:r>
            <a:r>
              <a:rPr lang="en-US" altLang="zh-CN" sz="2000">
                <a:effectLst/>
                <a:sym typeface="+mn-ea"/>
              </a:rPr>
              <a:t> </a:t>
            </a:r>
            <a:r>
              <a:rPr lang="en-US" altLang="zh-CN" sz="2000" dirty="0" err="1">
                <a:effectLst/>
                <a:sym typeface="+mn-ea"/>
              </a:rPr>
              <a:t>yào</a:t>
            </a:r>
            <a:r>
              <a:rPr lang="en-US" altLang="zh-CN" sz="2000">
                <a:effectLst/>
                <a:sym typeface="+mn-ea"/>
              </a:rPr>
              <a:t> </a:t>
            </a:r>
            <a:r>
              <a:rPr lang="en-US" altLang="zh-CN" sz="2000" dirty="0" err="1">
                <a:effectLst/>
                <a:sym typeface="+mn-ea"/>
              </a:rPr>
              <a:t>bào</a:t>
            </a:r>
            <a:r>
              <a:rPr lang="en-US" altLang="zh-CN" sz="2000">
                <a:effectLst/>
                <a:sym typeface="+mn-ea"/>
              </a:rPr>
              <a:t> </a:t>
            </a:r>
            <a:r>
              <a:rPr lang="en-US" altLang="zh-CN" sz="2000" dirty="0" err="1">
                <a:effectLst/>
                <a:sym typeface="+mn-ea"/>
              </a:rPr>
              <a:t>míng</a:t>
            </a:r>
            <a:r>
              <a:rPr lang="en-US" altLang="zh-CN" sz="2000">
                <a:effectLst/>
                <a:sym typeface="+mn-ea"/>
              </a:rPr>
              <a:t> </a:t>
            </a:r>
            <a:endParaRPr lang="en-US" altLang="zh-CN" sz="2000" dirty="0">
              <a:effectLst/>
            </a:endParaRPr>
          </a:p>
          <a:p>
            <a:pPr marL="0" indent="0">
              <a:lnSpc>
                <a:spcPts val="2200"/>
              </a:lnSpc>
              <a:buNone/>
            </a:pPr>
            <a:r>
              <a:rPr altLang="zh-CN" sz="2000" smtClean="0">
                <a:effectLst/>
                <a:sym typeface="+mn-ea"/>
              </a:rPr>
              <a:t>下</a:t>
            </a:r>
            <a:r>
              <a:rPr lang="en-US" altLang="zh-CN" sz="2000" smtClean="0">
                <a:effectLst/>
                <a:sym typeface="+mn-ea"/>
              </a:rPr>
              <a:t>  </a:t>
            </a:r>
            <a:r>
              <a:rPr altLang="zh-CN" sz="2000" smtClean="0">
                <a:effectLst/>
                <a:sym typeface="+mn-ea"/>
              </a:rPr>
              <a:t>个</a:t>
            </a:r>
            <a:r>
              <a:rPr lang="en-US" altLang="zh-CN" sz="2000" smtClean="0">
                <a:effectLst/>
                <a:sym typeface="+mn-ea"/>
              </a:rPr>
              <a:t>    </a:t>
            </a:r>
            <a:r>
              <a:rPr altLang="zh-CN" sz="2000" smtClean="0">
                <a:effectLst/>
                <a:sym typeface="+mn-ea"/>
              </a:rPr>
              <a:t>星期六</a:t>
            </a:r>
            <a:r>
              <a:rPr lang="en-US" altLang="zh-CN" sz="2000" smtClean="0">
                <a:effectLst/>
                <a:sym typeface="+mn-ea"/>
              </a:rPr>
              <a:t>   </a:t>
            </a:r>
            <a:r>
              <a:rPr sz="2000" smtClean="0">
                <a:effectLst/>
                <a:sym typeface="+mn-ea"/>
              </a:rPr>
              <a:t>留</a:t>
            </a:r>
            <a:r>
              <a:rPr lang="en-US" altLang="zh-CN" sz="2000" smtClean="0">
                <a:effectLst/>
                <a:sym typeface="+mn-ea"/>
              </a:rPr>
              <a:t> </a:t>
            </a:r>
            <a:r>
              <a:rPr sz="2000" smtClean="0">
                <a:effectLst/>
                <a:sym typeface="+mn-ea"/>
              </a:rPr>
              <a:t>学</a:t>
            </a:r>
            <a:r>
              <a:rPr lang="en-US" altLang="zh-CN" sz="2000" smtClean="0">
                <a:effectLst/>
                <a:sym typeface="+mn-ea"/>
              </a:rPr>
              <a:t> </a:t>
            </a:r>
            <a:r>
              <a:rPr sz="2000" smtClean="0">
                <a:effectLst/>
                <a:sym typeface="+mn-ea"/>
              </a:rPr>
              <a:t>生     </a:t>
            </a:r>
            <a:r>
              <a:rPr lang="en-US" altLang="zh-CN" sz="2000" smtClean="0">
                <a:effectLst/>
                <a:sym typeface="+mn-ea"/>
              </a:rPr>
              <a:t> </a:t>
            </a:r>
            <a:r>
              <a:rPr altLang="zh-CN" sz="2000" smtClean="0">
                <a:effectLst/>
                <a:sym typeface="+mn-ea"/>
              </a:rPr>
              <a:t>去</a:t>
            </a:r>
            <a:r>
              <a:rPr lang="en-US" altLang="zh-CN" sz="2000" smtClean="0">
                <a:effectLst/>
                <a:sym typeface="+mn-ea"/>
              </a:rPr>
              <a:t>     </a:t>
            </a:r>
            <a:r>
              <a:rPr altLang="zh-CN" sz="2000" smtClean="0">
                <a:solidFill>
                  <a:srgbClr val="0070C0"/>
                </a:solidFill>
                <a:effectLst/>
                <a:sym typeface="+mn-ea"/>
              </a:rPr>
              <a:t>长</a:t>
            </a:r>
            <a:r>
              <a:rPr lang="en-US" altLang="zh-CN" sz="2000" smtClean="0">
                <a:solidFill>
                  <a:srgbClr val="0070C0"/>
                </a:solidFill>
                <a:effectLst/>
                <a:sym typeface="+mn-ea"/>
              </a:rPr>
              <a:t>     </a:t>
            </a:r>
            <a:r>
              <a:rPr altLang="zh-CN" sz="2000" smtClean="0">
                <a:solidFill>
                  <a:srgbClr val="0070C0"/>
                </a:solidFill>
                <a:effectLst/>
                <a:sym typeface="+mn-ea"/>
              </a:rPr>
              <a:t>城</a:t>
            </a:r>
            <a:r>
              <a:rPr altLang="zh-CN" sz="2000" smtClean="0">
                <a:effectLst/>
                <a:sym typeface="+mn-ea"/>
              </a:rPr>
              <a:t>，</a:t>
            </a:r>
            <a:r>
              <a:rPr lang="en-US" altLang="zh-CN" sz="2000" smtClean="0">
                <a:effectLst/>
                <a:sym typeface="+mn-ea"/>
              </a:rPr>
              <a:t>       </a:t>
            </a:r>
            <a:r>
              <a:rPr altLang="zh-CN" sz="2000" smtClean="0">
                <a:effectLst/>
                <a:sym typeface="+mn-ea"/>
              </a:rPr>
              <a:t>我</a:t>
            </a:r>
            <a:r>
              <a:rPr lang="en-US" altLang="zh-CN" sz="2000" smtClean="0">
                <a:effectLst/>
                <a:sym typeface="+mn-ea"/>
              </a:rPr>
              <a:t>    </a:t>
            </a:r>
            <a:r>
              <a:rPr altLang="zh-CN" sz="2000" smtClean="0">
                <a:effectLst/>
                <a:sym typeface="+mn-ea"/>
              </a:rPr>
              <a:t>要</a:t>
            </a:r>
            <a:r>
              <a:rPr lang="en-US" altLang="zh-CN" sz="2000" smtClean="0">
                <a:effectLst/>
                <a:sym typeface="+mn-ea"/>
              </a:rPr>
              <a:t>  </a:t>
            </a:r>
            <a:r>
              <a:rPr altLang="zh-CN" sz="2000" smtClean="0">
                <a:effectLst/>
                <a:sym typeface="+mn-ea"/>
              </a:rPr>
              <a:t>报</a:t>
            </a:r>
            <a:r>
              <a:rPr lang="en-US" altLang="zh-CN" sz="2000" smtClean="0">
                <a:effectLst/>
                <a:sym typeface="+mn-ea"/>
              </a:rPr>
              <a:t>   </a:t>
            </a:r>
            <a:r>
              <a:rPr altLang="zh-CN" sz="2000" smtClean="0">
                <a:effectLst/>
                <a:sym typeface="+mn-ea"/>
              </a:rPr>
              <a:t>名</a:t>
            </a:r>
            <a:r>
              <a:rPr altLang="zh-CN" sz="2000">
                <a:effectLst/>
                <a:sym typeface="+mn-ea"/>
              </a:rPr>
              <a:t>。</a:t>
            </a:r>
            <a:endParaRPr altLang="zh-CN" sz="2000">
              <a:effectLst/>
              <a:sym typeface="+mn-ea"/>
            </a:endParaRPr>
          </a:p>
          <a:p>
            <a:pPr marL="0" indent="0">
              <a:lnSpc>
                <a:spcPts val="2200"/>
              </a:lnSpc>
              <a:buNone/>
            </a:pPr>
            <a:endParaRPr lang="zh-CN" altLang="en-US" sz="2000">
              <a:effectLst/>
            </a:endParaRPr>
          </a:p>
          <a:p>
            <a:pPr marL="0" indent="0" algn="l">
              <a:lnSpc>
                <a:spcPts val="2200"/>
              </a:lnSpc>
              <a:buClrTx/>
              <a:buSzTx/>
              <a:buFontTx/>
              <a:buNone/>
            </a:pPr>
            <a:r>
              <a:rPr sz="2000">
                <a:effectLst/>
                <a:sym typeface="+mn-ea"/>
              </a:rPr>
              <a:t>běi hánɡ yǒu shū fǎ kè hé </a:t>
            </a:r>
            <a:r>
              <a:rPr lang="en-US" altLang="zh-CN" sz="2000">
                <a:effectLst/>
                <a:sym typeface="+mn-ea"/>
              </a:rPr>
              <a:t> </a:t>
            </a:r>
            <a:r>
              <a:rPr sz="2000">
                <a:effectLst/>
                <a:sym typeface="+mn-ea"/>
              </a:rPr>
              <a:t>tài   jí quán kè ， nǐ xiǎnɡ bào mínɡ mɑ ？ </a:t>
            </a:r>
            <a:endParaRPr lang="zh-CN" altLang="en-US" sz="2000">
              <a:effectLst/>
            </a:endParaRPr>
          </a:p>
          <a:p>
            <a:pPr marL="0" indent="0" algn="l">
              <a:lnSpc>
                <a:spcPts val="2200"/>
              </a:lnSpc>
              <a:buClrTx/>
              <a:buSzTx/>
              <a:buFontTx/>
              <a:buNone/>
            </a:pPr>
            <a:r>
              <a:rPr sz="2000">
                <a:effectLst/>
                <a:sym typeface="+mn-ea"/>
              </a:rPr>
              <a:t>北   航     有    书  法 课 和  太  极  拳   课 ，  你   想     报     名     吗 ？</a:t>
            </a:r>
            <a:endParaRPr lang="zh-CN" altLang="en-US" sz="2000">
              <a:effectLst/>
            </a:endParaRPr>
          </a:p>
          <a:p>
            <a:pPr marL="0" indent="0" algn="l">
              <a:lnSpc>
                <a:spcPts val="2200"/>
              </a:lnSpc>
              <a:buClrTx/>
              <a:buSzTx/>
              <a:buFontTx/>
              <a:buNone/>
            </a:pPr>
            <a:endParaRPr lang="zh-CN" altLang="en-US" sz="2000">
              <a:solidFill>
                <a:schemeClr val="tx1"/>
              </a:solidFill>
              <a:effectLst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72385" y="440055"/>
            <a:ext cx="2341880" cy="70675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marL="0" marR="0" algn="l" defTabSz="914400" rtl="0" fontAlgn="base">
              <a:lnSpc>
                <a:spcPts val="24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bàomínɡ </a:t>
            </a:r>
            <a:b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</a:b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12 报 名：sign up</a:t>
            </a:r>
            <a:endParaRPr lang="zh-CN" altLang="en-US" sz="20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7715" y="0"/>
            <a:ext cx="3804285" cy="27393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2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92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331470" y="80645"/>
            <a:ext cx="2676525" cy="2000250"/>
            <a:chOff x="-477083" y="0"/>
            <a:chExt cx="2399159" cy="1828800"/>
          </a:xfrm>
        </p:grpSpPr>
        <p:sp>
          <p:nvSpPr>
            <p:cNvPr id="7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477083" y="457490"/>
              <a:ext cx="2399159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   </a:t>
              </a:r>
              <a:r>
                <a:rPr 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课</a:t>
              </a:r>
              <a:r>
                <a:rPr lang="zh-CN" altLang="en-US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文二</a:t>
              </a:r>
              <a:r>
                <a:rPr lang="en-US" altLang="zh-CN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:</a:t>
              </a:r>
              <a:r>
                <a:rPr 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Text </a:t>
              </a:r>
              <a:r>
                <a:rPr lang="en-US" alt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two</a:t>
              </a:r>
              <a:endParaRPr lang="en-US" altLang="en-GB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Century" panose="02040604050505020304"/>
              </a:endParaRPr>
            </a:p>
          </p:txBody>
        </p:sp>
      </p:grpSp>
      <p:sp>
        <p:nvSpPr>
          <p:cNvPr id="2" name="圆角矩形 1"/>
          <p:cNvSpPr/>
          <p:nvPr/>
        </p:nvSpPr>
        <p:spPr>
          <a:xfrm>
            <a:off x="2121535" y="635"/>
            <a:ext cx="9311005" cy="692594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just" fontAlgn="auto">
              <a:lnSpc>
                <a:spcPts val="2000"/>
              </a:lnSpc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cuī hào ： ā  mínɡ ， nǐ xǐ huɑn shén me yùn dònɡ ？  </a:t>
            </a: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algn="just" fontAlgn="auto">
              <a:lnSpc>
                <a:spcPts val="2000"/>
              </a:lnSpc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崔  浩  ：  阿  明   ， 你 喜  欢     什   么      运  动   ？  </a:t>
            </a: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algn="just" fontAlgn="auto">
              <a:lnSpc>
                <a:spcPts val="2000"/>
              </a:lnSpc>
              <a:buClrTx/>
              <a:buSzTx/>
              <a:buFontTx/>
            </a:pP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algn="just" fontAlgn="auto">
              <a:lnSpc>
                <a:spcPts val="2000"/>
              </a:lnSpc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ā  mínɡ ： wǒ xǐ huɑn pǎo bù 。 wǒ jué dé pǎo bù duì shēn tǐ hěn hǎo 。 </a:t>
            </a: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algn="just" fontAlgn="auto">
              <a:lnSpc>
                <a:spcPts val="2000"/>
              </a:lnSpc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阿 明   ：   我 喜  欢      跑  步 。 我   觉  得 跑   步 对    身   体 很   好  。 </a:t>
            </a: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algn="just" fontAlgn="auto">
              <a:lnSpc>
                <a:spcPts val="2000"/>
              </a:lnSpc>
              <a:buClrTx/>
              <a:buSzTx/>
              <a:buFontTx/>
            </a:pP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algn="just" fontAlgn="auto">
              <a:lnSpc>
                <a:spcPts val="2000"/>
              </a:lnSpc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cuī hào ： nǐ zǎo shɑnɡ pǎo bù ， hái shì wǎn shɑnɡ pǎo bù ？ </a:t>
            </a: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algn="just" fontAlgn="auto">
              <a:lnSpc>
                <a:spcPts val="2000"/>
              </a:lnSpc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崔  浩  ：  你  早    上       跑  步 ， 还  是     晚     上    跑  步 ？ </a:t>
            </a: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algn="just" fontAlgn="auto">
              <a:lnSpc>
                <a:spcPts val="2000"/>
              </a:lnSpc>
              <a:buClrTx/>
              <a:buSzTx/>
              <a:buFontTx/>
            </a:pP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algn="just" fontAlgn="auto">
              <a:lnSpc>
                <a:spcPts val="2000"/>
              </a:lnSpc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ā  mínɡ ： wǒ yì bān wǎn shɑnɡ pǎo bù 。 </a:t>
            </a: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algn="just" fontAlgn="auto">
              <a:lnSpc>
                <a:spcPts val="2000"/>
              </a:lnSpc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阿 明   ：   我 一 般     晚     上     跑  步 。 </a:t>
            </a: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algn="just" fontAlgn="auto">
              <a:lnSpc>
                <a:spcPts val="2000"/>
              </a:lnSpc>
              <a:buClrTx/>
              <a:buSzTx/>
              <a:buFontTx/>
            </a:pP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algn="just" fontAlgn="auto">
              <a:lnSpc>
                <a:spcPts val="1900"/>
              </a:lnSpc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mǎ dīnɡ ： cuī hào ， nǐ yǒu shén me ài hào ？ </a:t>
            </a: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algn="just" fontAlgn="auto">
              <a:lnSpc>
                <a:spcPts val="1900"/>
              </a:lnSpc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马 丁   ：    崔  浩  ， 你 有      什   么 爱 好  ？ </a:t>
            </a: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algn="just" fontAlgn="auto">
              <a:lnSpc>
                <a:spcPts val="1900"/>
              </a:lnSpc>
              <a:buClrTx/>
              <a:buSzTx/>
              <a:buFontTx/>
            </a:pP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algn="just" fontAlgn="auto">
              <a:lnSpc>
                <a:spcPts val="1900"/>
              </a:lnSpc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cuī hào ： wǒ xǐ huɑn tī zú qiú ， yě xǐ huɑn dǎ lán qiú 。 </a:t>
            </a: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algn="just" fontAlgn="auto">
              <a:lnSpc>
                <a:spcPts val="1900"/>
              </a:lnSpc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崔  浩  ：   我 喜 欢     踢 足 球  ，也 喜 欢     打 篮  球  。 </a:t>
            </a: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algn="just" fontAlgn="auto">
              <a:lnSpc>
                <a:spcPts val="1900"/>
              </a:lnSpc>
              <a:buClrTx/>
              <a:buSzTx/>
              <a:buFontTx/>
            </a:pP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algn="just" fontAlgn="auto">
              <a:lnSpc>
                <a:spcPts val="1900"/>
              </a:lnSpc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ā  mínɡ ： mǎ dīnɡ ， nǐ ne ？ </a:t>
            </a: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algn="just" fontAlgn="auto">
              <a:lnSpc>
                <a:spcPts val="1900"/>
              </a:lnSpc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阿 明   ：    马 丁   ，   你 呢 ？ </a:t>
            </a: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algn="just" fontAlgn="auto">
              <a:lnSpc>
                <a:spcPts val="1900"/>
              </a:lnSpc>
              <a:buClrTx/>
              <a:buSzTx/>
              <a:buFontTx/>
            </a:pP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algn="just" fontAlgn="auto">
              <a:lnSpc>
                <a:spcPts val="1900"/>
              </a:lnSpc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mǎ dīnɡ ： wǒ zuì xǐ huɑn qí zì xínɡ chē 。 </a:t>
            </a: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algn="just" fontAlgn="auto">
              <a:lnSpc>
                <a:spcPts val="1900"/>
              </a:lnSpc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马   丁   ：  我  最  喜 欢    骑 自 行   车  。 </a:t>
            </a: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algn="just" fontAlgn="auto">
              <a:lnSpc>
                <a:spcPts val="1900"/>
              </a:lnSpc>
              <a:buClrTx/>
              <a:buSzTx/>
              <a:buFontTx/>
            </a:pP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algn="just" fontAlgn="auto">
              <a:lnSpc>
                <a:spcPts val="1900"/>
              </a:lnSpc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                 wǒ hái zhǔn bèi xué xí tài jí quán ， mínɡ tiān wǒ qù bào mínɡ 。 </a:t>
            </a: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algn="just" fontAlgn="auto">
              <a:lnSpc>
                <a:spcPts val="1900"/>
              </a:lnSpc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                   我 还    准   备  学  习 太 极 拳   ，      明   天   我 去  报     名   。 </a:t>
            </a: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</p:txBody>
      </p:sp>
      <p:pic>
        <p:nvPicPr>
          <p:cNvPr id="4" name="12-4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1528425" y="287020"/>
            <a:ext cx="495300" cy="495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>
                <p:cTn id="2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7" dur="5174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331470" y="80645"/>
            <a:ext cx="2676525" cy="2000250"/>
            <a:chOff x="-477083" y="0"/>
            <a:chExt cx="2399159" cy="1828800"/>
          </a:xfrm>
        </p:grpSpPr>
        <p:sp>
          <p:nvSpPr>
            <p:cNvPr id="7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477083" y="457490"/>
              <a:ext cx="2399159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   </a:t>
              </a:r>
              <a:r>
                <a:rPr 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课</a:t>
              </a:r>
              <a:r>
                <a:rPr lang="zh-CN" altLang="en-US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文二</a:t>
              </a:r>
              <a:r>
                <a:rPr lang="en-US" altLang="zh-CN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:</a:t>
              </a:r>
              <a:r>
                <a:rPr 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Text </a:t>
              </a:r>
              <a:r>
                <a:rPr lang="en-US" alt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two</a:t>
              </a:r>
              <a:endParaRPr lang="en-US" altLang="en-GB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Century" panose="02040604050505020304"/>
              </a:endParaRPr>
            </a:p>
          </p:txBody>
        </p:sp>
      </p:grpSp>
      <p:sp>
        <p:nvSpPr>
          <p:cNvPr id="2" name="圆角矩形 1"/>
          <p:cNvSpPr/>
          <p:nvPr/>
        </p:nvSpPr>
        <p:spPr>
          <a:xfrm>
            <a:off x="2020570" y="1064895"/>
            <a:ext cx="9224645" cy="513969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zh-CN" altLang="en-US" sz="2000" b="1">
                <a:sym typeface="+mn-ea"/>
              </a:rPr>
              <a:t> </a:t>
            </a:r>
            <a:r>
              <a:rPr lang="en-US" altLang="zh-CN" sz="2000" b="1">
                <a:sym typeface="+mn-ea"/>
              </a:rPr>
              <a:t>   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ā  mínɡ xǐ huɑn shén me yùn dònɡ ？ wèi shén me ？ 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1  阿    明   喜 欢      什   么    运  动   ？    为  什   么 ？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ā  mínɡ shén me shí hou pǎo bù ？ 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2  阿  明      什   么    时  候   跑  步 ？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cuī hào yǒu shén me ài hào ？ 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3  崔  浩    有     什   么   爱 好  ？ 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mǎ dīnɡ de ài hào shì shén me ？ 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4  马    丁   的  爱 好  是    什   么 ？ 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mǎ dīnɡ zhǔn bèi xué xí shén me ？ shén me shí hou qù bào mínɡ ？ 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5   马    丁   准     备  学   习 什   么 ？     什   么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时  候   去  报    名？</a:t>
            </a:r>
            <a:endParaRPr lang="zh-CN" alt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</p:txBody>
      </p:sp>
      <p:pic>
        <p:nvPicPr>
          <p:cNvPr id="4" name="图片 3" descr="u=635876766,1860840709&amp;fm=26&amp;gp=0[1]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r="5234" b="17454"/>
          <a:stretch>
            <a:fillRect/>
          </a:stretch>
        </p:blipFill>
        <p:spPr>
          <a:xfrm rot="20460000">
            <a:off x="2012950" y="78740"/>
            <a:ext cx="1272540" cy="9093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331470" y="80645"/>
            <a:ext cx="2676525" cy="2000250"/>
            <a:chOff x="-477083" y="0"/>
            <a:chExt cx="2399159" cy="1828800"/>
          </a:xfrm>
        </p:grpSpPr>
        <p:sp>
          <p:nvSpPr>
            <p:cNvPr id="7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477083" y="457490"/>
              <a:ext cx="2399159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   </a:t>
              </a:r>
              <a:r>
                <a:rPr 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课</a:t>
              </a:r>
              <a:r>
                <a:rPr lang="zh-CN" altLang="en-US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文二</a:t>
              </a:r>
              <a:r>
                <a:rPr lang="en-US" altLang="zh-CN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:</a:t>
              </a:r>
              <a:r>
                <a:rPr 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Text </a:t>
              </a:r>
              <a:r>
                <a:rPr lang="en-US" alt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two</a:t>
              </a:r>
              <a:endParaRPr lang="en-US" altLang="en-GB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Century" panose="02040604050505020304"/>
              </a:endParaRPr>
            </a:p>
          </p:txBody>
        </p:sp>
      </p:grpSp>
      <p:sp>
        <p:nvSpPr>
          <p:cNvPr id="2" name="圆角矩形 1"/>
          <p:cNvSpPr/>
          <p:nvPr/>
        </p:nvSpPr>
        <p:spPr>
          <a:xfrm>
            <a:off x="2121535" y="635"/>
            <a:ext cx="9311005" cy="692594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just" fontAlgn="auto">
              <a:lnSpc>
                <a:spcPts val="2000"/>
              </a:lnSpc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cuī hào ： ā  mínɡ ， </a:t>
            </a: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algn="just" fontAlgn="auto">
              <a:lnSpc>
                <a:spcPts val="2000"/>
              </a:lnSpc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崔  浩  ：  阿  明   ， 你 喜  欢     什  么    运 动   ？  </a:t>
            </a: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algn="just" fontAlgn="auto">
              <a:lnSpc>
                <a:spcPts val="2000"/>
              </a:lnSpc>
              <a:buClrTx/>
              <a:buSzTx/>
              <a:buFontTx/>
            </a:pP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algn="just" fontAlgn="auto">
              <a:lnSpc>
                <a:spcPts val="2000"/>
              </a:lnSpc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ā  mínɡ ：  </a:t>
            </a: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algn="just" fontAlgn="auto">
              <a:lnSpc>
                <a:spcPts val="2000"/>
              </a:lnSpc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阿 明   ：   我 喜  欢   跑 步 。 我  觉得  跑步  对   身 体  很好  。 </a:t>
            </a: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algn="just" fontAlgn="auto">
              <a:lnSpc>
                <a:spcPts val="2000"/>
              </a:lnSpc>
              <a:buClrTx/>
              <a:buSzTx/>
              <a:buFontTx/>
            </a:pP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algn="just" fontAlgn="auto">
              <a:lnSpc>
                <a:spcPts val="2000"/>
              </a:lnSpc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cuī hào ： </a:t>
            </a: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algn="just" fontAlgn="auto">
              <a:lnSpc>
                <a:spcPts val="2000"/>
              </a:lnSpc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崔  浩  ：  你  早 上  跑 步 ， 还  是   晚 上   跑步 ？ </a:t>
            </a: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algn="just" fontAlgn="auto">
              <a:lnSpc>
                <a:spcPts val="2000"/>
              </a:lnSpc>
              <a:buClrTx/>
              <a:buSzTx/>
              <a:buFontTx/>
            </a:pP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algn="just" fontAlgn="auto">
              <a:lnSpc>
                <a:spcPts val="2000"/>
              </a:lnSpc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ā  mínɡ ： </a:t>
            </a: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algn="just" fontAlgn="auto">
              <a:lnSpc>
                <a:spcPts val="2000"/>
              </a:lnSpc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阿 明   ：   我 一 般     晚 上    跑 步 。 </a:t>
            </a: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algn="just" fontAlgn="auto">
              <a:lnSpc>
                <a:spcPts val="2000"/>
              </a:lnSpc>
              <a:buClrTx/>
              <a:buSzTx/>
              <a:buFontTx/>
            </a:pP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algn="just" fontAlgn="auto">
              <a:lnSpc>
                <a:spcPts val="1900"/>
              </a:lnSpc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mǎ dīnɡ ： cuī hào ， </a:t>
            </a: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algn="just" fontAlgn="auto">
              <a:lnSpc>
                <a:spcPts val="1900"/>
              </a:lnSpc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马 丁   ：    崔  浩  ， 你 有  什 么 爱 好  ？ </a:t>
            </a: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algn="just" fontAlgn="auto">
              <a:lnSpc>
                <a:spcPts val="1900"/>
              </a:lnSpc>
              <a:buClrTx/>
              <a:buSzTx/>
              <a:buFontTx/>
            </a:pP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algn="just" fontAlgn="auto">
              <a:lnSpc>
                <a:spcPts val="1900"/>
              </a:lnSpc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cuī hào ：  </a:t>
            </a: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algn="just" fontAlgn="auto">
              <a:lnSpc>
                <a:spcPts val="1900"/>
              </a:lnSpc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崔  浩  ：   我 喜 欢  踢 足 球  ，也 喜 欢 打 篮 球  。 </a:t>
            </a: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algn="just" fontAlgn="auto">
              <a:lnSpc>
                <a:spcPts val="1900"/>
              </a:lnSpc>
              <a:buClrTx/>
              <a:buSzTx/>
              <a:buFontTx/>
            </a:pP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algn="just" fontAlgn="auto">
              <a:lnSpc>
                <a:spcPts val="1900"/>
              </a:lnSpc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ā  mínɡ ：</a:t>
            </a: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algn="just" fontAlgn="auto">
              <a:lnSpc>
                <a:spcPts val="1900"/>
              </a:lnSpc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阿 明   ：    马 丁 ， 你 呢 ？ </a:t>
            </a: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algn="just" fontAlgn="auto">
              <a:lnSpc>
                <a:spcPts val="1900"/>
              </a:lnSpc>
              <a:buClrTx/>
              <a:buSzTx/>
              <a:buFontTx/>
            </a:pP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algn="just" fontAlgn="auto">
              <a:lnSpc>
                <a:spcPts val="1900"/>
              </a:lnSpc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mǎ dīnɡ ：  </a:t>
            </a: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algn="just" fontAlgn="auto">
              <a:lnSpc>
                <a:spcPts val="1900"/>
              </a:lnSpc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马   丁   ：  我  最  喜欢   骑 自 行 车  。 </a:t>
            </a: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algn="just" fontAlgn="auto">
              <a:lnSpc>
                <a:spcPts val="1900"/>
              </a:lnSpc>
              <a:buClrTx/>
              <a:buSzTx/>
              <a:buFontTx/>
            </a:pP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algn="just" fontAlgn="auto">
              <a:lnSpc>
                <a:spcPts val="1900"/>
              </a:lnSpc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                 </a:t>
            </a: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algn="just" fontAlgn="auto">
              <a:lnSpc>
                <a:spcPts val="1900"/>
              </a:lnSpc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                   我 还   准  备  学 习 太 极 拳   ，  明 天  我 去 报 名   。 </a:t>
            </a: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</p:txBody>
      </p:sp>
      <p:pic>
        <p:nvPicPr>
          <p:cNvPr id="4" name="12-4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1528425" y="287020"/>
            <a:ext cx="495300" cy="495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>
                <p:cTn id="2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7" dur="5174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内容占位符 2"/>
          <p:cNvSpPr>
            <a:spLocks noGrp="1"/>
          </p:cNvSpPr>
          <p:nvPr>
            <p:ph idx="1"/>
          </p:nvPr>
        </p:nvSpPr>
        <p:spPr>
          <a:xfrm>
            <a:off x="1630045" y="1406525"/>
            <a:ext cx="9885045" cy="5350510"/>
          </a:xfrm>
          <a:solidFill>
            <a:schemeClr val="tx2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4560000" scaled="1"/>
            </a:gradFill>
          </a:ln>
          <a:effectLst/>
        </p:spPr>
        <p:txBody>
          <a:bodyPr vert="horz" lIns="90000" tIns="46800" rIns="90000" bIns="46800" rtlCol="0" anchor="t">
            <a:noAutofit/>
          </a:bodyPr>
          <a:p>
            <a:pPr marL="0" indent="0">
              <a:lnSpc>
                <a:spcPct val="100000"/>
              </a:lnSpc>
              <a:buNone/>
            </a:pPr>
            <a:r>
              <a:rPr lang="en-US" altLang="zh-CN" sz="2000" smtClean="0">
                <a:sym typeface="+mn-ea"/>
              </a:rPr>
              <a:t>   </a:t>
            </a:r>
            <a:r>
              <a:rPr sz="2000" smtClean="0">
                <a:sym typeface="+mn-ea"/>
              </a:rPr>
              <a:t> </a:t>
            </a:r>
            <a:r>
              <a:rPr lang="en-US" altLang="zh-CN" sz="2000" b="1" smtClean="0">
                <a:solidFill>
                  <a:srgbClr val="FF0000"/>
                </a:solidFill>
                <a:sym typeface="+mn-ea"/>
              </a:rPr>
              <a:t>duì </a:t>
            </a:r>
            <a:endParaRPr lang="en-US" altLang="zh-CN" sz="2000" b="1" smtClean="0">
              <a:solidFill>
                <a:srgbClr val="FF0000"/>
              </a:solidFill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b="1" smtClean="0">
                <a:solidFill>
                  <a:srgbClr val="FF0000"/>
                </a:solidFill>
                <a:sym typeface="+mn-ea"/>
              </a:rPr>
              <a:t>      </a:t>
            </a:r>
            <a:r>
              <a:rPr sz="2000" b="1" smtClean="0">
                <a:solidFill>
                  <a:srgbClr val="FF0000"/>
                </a:solidFill>
                <a:sym typeface="+mn-ea"/>
              </a:rPr>
              <a:t>对</a:t>
            </a:r>
            <a:r>
              <a:rPr sz="2000" b="1" smtClean="0">
                <a:sym typeface="+mn-ea"/>
              </a:rPr>
              <a:t> </a:t>
            </a:r>
            <a:r>
              <a:rPr lang="en-US" altLang="zh-CN" sz="2000" b="1" smtClean="0">
                <a:sym typeface="+mn-ea"/>
              </a:rPr>
              <a:t>here is a preposition used to introduce the patient of an action</a:t>
            </a:r>
            <a:endParaRPr lang="en-US" altLang="zh-CN" sz="2000" b="1" smtClean="0"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CN" sz="2000" b="1" smtClean="0">
              <a:sym typeface="+mn-ea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000" dirty="0" err="1" smtClean="0">
                <a:effectLst/>
                <a:sym typeface="+mn-ea"/>
              </a:rPr>
              <a:t>   pǎobù</a:t>
            </a:r>
            <a:r>
              <a:rPr lang="en-US" altLang="zh-CN" sz="2000" smtClean="0">
                <a:effectLst/>
                <a:sym typeface="+mn-ea"/>
              </a:rPr>
              <a:t> </a:t>
            </a:r>
            <a:r>
              <a:rPr lang="en-US" altLang="zh-CN" sz="2000">
                <a:solidFill>
                  <a:srgbClr val="FF0000"/>
                </a:solidFill>
                <a:effectLst/>
                <a:sym typeface="+mn-ea"/>
              </a:rPr>
              <a:t>duì</a:t>
            </a:r>
            <a:r>
              <a:rPr lang="en-US" altLang="zh-CN" sz="2000">
                <a:effectLst/>
                <a:sym typeface="+mn-ea"/>
              </a:rPr>
              <a:t> </a:t>
            </a:r>
            <a:r>
              <a:rPr lang="en-US" altLang="zh-CN" sz="2000" dirty="0" err="1" smtClean="0">
                <a:effectLst/>
                <a:sym typeface="+mn-ea"/>
              </a:rPr>
              <a:t>shēntǐ</a:t>
            </a:r>
            <a:r>
              <a:rPr lang="en-US" altLang="zh-CN" sz="2000" smtClean="0">
                <a:effectLst/>
                <a:sym typeface="+mn-ea"/>
              </a:rPr>
              <a:t> </a:t>
            </a:r>
            <a:r>
              <a:rPr lang="en-US" altLang="zh-CN" sz="2000" dirty="0" err="1">
                <a:solidFill>
                  <a:srgbClr val="FF0000"/>
                </a:solidFill>
                <a:effectLst/>
                <a:sym typeface="+mn-ea"/>
              </a:rPr>
              <a:t>hěn</a:t>
            </a:r>
            <a:r>
              <a:rPr lang="en-US" altLang="zh-CN" sz="2000">
                <a:solidFill>
                  <a:srgbClr val="FF0000"/>
                </a:solidFill>
                <a:effectLst/>
                <a:sym typeface="+mn-ea"/>
              </a:rPr>
              <a:t> </a:t>
            </a:r>
            <a:r>
              <a:rPr lang="en-US" altLang="zh-CN" sz="2000" dirty="0" err="1">
                <a:solidFill>
                  <a:srgbClr val="FF0000"/>
                </a:solidFill>
                <a:effectLst/>
                <a:sym typeface="+mn-ea"/>
              </a:rPr>
              <a:t>hǎo</a:t>
            </a:r>
            <a:r>
              <a:rPr lang="en-US" altLang="zh-CN" sz="2000">
                <a:solidFill>
                  <a:srgbClr val="FF0000"/>
                </a:solidFill>
                <a:effectLst/>
                <a:sym typeface="+mn-ea"/>
              </a:rPr>
              <a:t> </a:t>
            </a:r>
            <a:r>
              <a:rPr lang="en-US" altLang="zh-CN" sz="2000">
                <a:effectLst/>
                <a:sym typeface="+mn-ea"/>
              </a:rPr>
              <a:t>.</a:t>
            </a:r>
            <a:endParaRPr lang="en-US" altLang="zh-CN" sz="2000" dirty="0" smtClean="0">
              <a:effectLst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000" smtClean="0">
                <a:effectLst/>
                <a:sym typeface="+mn-ea"/>
              </a:rPr>
              <a:t>1  </a:t>
            </a:r>
            <a:r>
              <a:rPr sz="2000" smtClean="0">
                <a:effectLst/>
                <a:sym typeface="+mn-ea"/>
              </a:rPr>
              <a:t>跑步    </a:t>
            </a:r>
            <a:r>
              <a:rPr sz="2000" smtClean="0">
                <a:solidFill>
                  <a:srgbClr val="FF0000"/>
                </a:solidFill>
                <a:effectLst/>
                <a:sym typeface="+mn-ea"/>
              </a:rPr>
              <a:t>对</a:t>
            </a:r>
            <a:r>
              <a:rPr sz="2000" smtClean="0">
                <a:effectLst/>
                <a:sym typeface="+mn-ea"/>
              </a:rPr>
              <a:t>   身体    </a:t>
            </a:r>
            <a:r>
              <a:rPr sz="2000" smtClean="0">
                <a:solidFill>
                  <a:srgbClr val="FF0000"/>
                </a:solidFill>
                <a:effectLst/>
                <a:sym typeface="+mn-ea"/>
              </a:rPr>
              <a:t>很 好</a:t>
            </a:r>
            <a:r>
              <a:rPr sz="2000" smtClean="0">
                <a:effectLst/>
                <a:sym typeface="+mn-ea"/>
              </a:rPr>
              <a:t>。</a:t>
            </a:r>
            <a:endParaRPr lang="en-US" altLang="zh-CN" sz="2000" dirty="0" smtClean="0">
              <a:effectLst/>
            </a:endParaRPr>
          </a:p>
          <a:p>
            <a:pPr marL="0" indent="0">
              <a:lnSpc>
                <a:spcPct val="80000"/>
              </a:lnSpc>
              <a:buNone/>
            </a:pPr>
            <a:endParaRPr lang="en-US" altLang="zh-CN" sz="2000" dirty="0" smtClean="0">
              <a:effectLst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000" smtClean="0">
                <a:effectLst/>
                <a:sym typeface="+mn-ea"/>
              </a:rPr>
              <a:t>   chōuyān </a:t>
            </a:r>
            <a:r>
              <a:rPr lang="en-US" altLang="zh-CN" sz="2000" smtClean="0">
                <a:solidFill>
                  <a:srgbClr val="FF0000"/>
                </a:solidFill>
                <a:effectLst/>
                <a:sym typeface="+mn-ea"/>
              </a:rPr>
              <a:t>duì </a:t>
            </a:r>
            <a:r>
              <a:rPr lang="en-US" altLang="zh-CN" sz="2000" dirty="0" err="1">
                <a:effectLst/>
                <a:sym typeface="+mn-ea"/>
              </a:rPr>
              <a:t>shēntǐ</a:t>
            </a:r>
            <a:r>
              <a:rPr lang="en-US" altLang="zh-CN" sz="2000">
                <a:effectLst/>
                <a:sym typeface="+mn-ea"/>
              </a:rPr>
              <a:t> </a:t>
            </a:r>
            <a:r>
              <a:rPr lang="en-US" altLang="zh-CN" sz="2000" dirty="0" err="1">
                <a:solidFill>
                  <a:srgbClr val="FF0000"/>
                </a:solidFill>
                <a:effectLst/>
                <a:sym typeface="+mn-ea"/>
              </a:rPr>
              <a:t>bù</a:t>
            </a:r>
            <a:r>
              <a:rPr lang="en-US" altLang="zh-CN" sz="2000">
                <a:solidFill>
                  <a:srgbClr val="FF0000"/>
                </a:solidFill>
                <a:effectLst/>
                <a:sym typeface="+mn-ea"/>
              </a:rPr>
              <a:t> </a:t>
            </a:r>
            <a:r>
              <a:rPr lang="en-US" altLang="zh-CN" sz="2000" dirty="0" err="1">
                <a:solidFill>
                  <a:srgbClr val="FF0000"/>
                </a:solidFill>
                <a:effectLst/>
                <a:sym typeface="+mn-ea"/>
              </a:rPr>
              <a:t>hǎo</a:t>
            </a:r>
            <a:r>
              <a:rPr lang="en-US" altLang="zh-CN" sz="2000">
                <a:effectLst/>
                <a:sym typeface="+mn-ea"/>
              </a:rPr>
              <a:t>.</a:t>
            </a:r>
            <a:endParaRPr lang="en-US" altLang="zh-CN" sz="2000">
              <a:effectLst/>
              <a:sym typeface="+mn-ea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000">
                <a:effectLst/>
                <a:sym typeface="+mn-ea"/>
              </a:rPr>
              <a:t>2   </a:t>
            </a:r>
            <a:r>
              <a:rPr sz="2000" smtClean="0">
                <a:effectLst/>
                <a:sym typeface="+mn-ea"/>
              </a:rPr>
              <a:t>抽</a:t>
            </a:r>
            <a:r>
              <a:rPr lang="en-US" altLang="zh-CN" sz="2000" smtClean="0">
                <a:effectLst/>
                <a:sym typeface="+mn-ea"/>
              </a:rPr>
              <a:t>  </a:t>
            </a:r>
            <a:r>
              <a:rPr sz="2000" smtClean="0">
                <a:effectLst/>
                <a:sym typeface="+mn-ea"/>
              </a:rPr>
              <a:t>烟    </a:t>
            </a:r>
            <a:r>
              <a:rPr sz="2000" smtClean="0">
                <a:solidFill>
                  <a:srgbClr val="FF0000"/>
                </a:solidFill>
                <a:effectLst/>
                <a:sym typeface="+mn-ea"/>
              </a:rPr>
              <a:t>对</a:t>
            </a:r>
            <a:r>
              <a:rPr sz="2000" smtClean="0">
                <a:effectLst/>
                <a:sym typeface="+mn-ea"/>
              </a:rPr>
              <a:t>   身体 </a:t>
            </a:r>
            <a:r>
              <a:rPr sz="2000" smtClean="0">
                <a:solidFill>
                  <a:srgbClr val="FF0000"/>
                </a:solidFill>
                <a:effectLst/>
                <a:sym typeface="+mn-ea"/>
              </a:rPr>
              <a:t>不 好</a:t>
            </a:r>
            <a:r>
              <a:rPr sz="2000" smtClean="0">
                <a:effectLst/>
                <a:sym typeface="+mn-ea"/>
              </a:rPr>
              <a:t>。</a:t>
            </a:r>
            <a:endParaRPr lang="en-US" altLang="zh-CN" sz="2000" dirty="0" smtClean="0">
              <a:effectLst/>
            </a:endParaRPr>
          </a:p>
          <a:p>
            <a:pPr marL="0" indent="0">
              <a:lnSpc>
                <a:spcPct val="80000"/>
              </a:lnSpc>
              <a:buNone/>
            </a:pPr>
            <a:endParaRPr lang="en-US" altLang="zh-CN" sz="2000" dirty="0" smtClean="0">
              <a:effectLst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000" smtClean="0">
                <a:effectLst/>
                <a:sym typeface="+mn-ea"/>
              </a:rPr>
              <a:t>   </a:t>
            </a:r>
            <a:r>
              <a:rPr lang="en-US" altLang="zh-CN" sz="2000" dirty="0" err="1" smtClean="0">
                <a:effectLst/>
                <a:sym typeface="+mn-ea"/>
              </a:rPr>
              <a:t>kàn</a:t>
            </a:r>
            <a:r>
              <a:rPr lang="en-US" altLang="zh-CN" sz="2000" smtClean="0">
                <a:effectLst/>
                <a:sym typeface="+mn-ea"/>
              </a:rPr>
              <a:t> </a:t>
            </a:r>
            <a:r>
              <a:rPr lang="en-US" altLang="zh-CN" sz="2000" dirty="0" err="1" smtClean="0">
                <a:effectLst/>
                <a:sym typeface="+mn-ea"/>
              </a:rPr>
              <a:t>diànshì</a:t>
            </a:r>
            <a:r>
              <a:rPr lang="en-US" altLang="zh-CN" sz="2000" smtClean="0">
                <a:effectLst/>
                <a:sym typeface="+mn-ea"/>
              </a:rPr>
              <a:t> </a:t>
            </a:r>
            <a:r>
              <a:rPr lang="en-US" altLang="zh-CN" sz="2000">
                <a:solidFill>
                  <a:srgbClr val="FF0000"/>
                </a:solidFill>
                <a:effectLst/>
                <a:sym typeface="+mn-ea"/>
              </a:rPr>
              <a:t>duì</a:t>
            </a:r>
            <a:r>
              <a:rPr lang="en-US" altLang="zh-CN" sz="2000">
                <a:effectLst/>
                <a:sym typeface="+mn-ea"/>
              </a:rPr>
              <a:t> </a:t>
            </a:r>
            <a:r>
              <a:rPr lang="en-US" altLang="zh-CN" sz="2000" dirty="0" err="1" smtClean="0">
                <a:solidFill>
                  <a:srgbClr val="0070C0"/>
                </a:solidFill>
                <a:effectLst/>
                <a:sym typeface="+mn-ea"/>
              </a:rPr>
              <a:t>yǎnjing</a:t>
            </a:r>
            <a:r>
              <a:rPr lang="en-US" altLang="zh-CN" sz="2000" smtClean="0">
                <a:effectLst/>
                <a:sym typeface="+mn-ea"/>
              </a:rPr>
              <a:t>        </a:t>
            </a:r>
            <a:r>
              <a:rPr lang="en-US" altLang="zh-CN" sz="2000" dirty="0" err="1">
                <a:solidFill>
                  <a:srgbClr val="FF0000"/>
                </a:solidFill>
                <a:effectLst/>
                <a:sym typeface="+mn-ea"/>
              </a:rPr>
              <a:t>bù</a:t>
            </a:r>
            <a:r>
              <a:rPr lang="en-US" altLang="zh-CN" sz="2000">
                <a:solidFill>
                  <a:srgbClr val="FF0000"/>
                </a:solidFill>
                <a:effectLst/>
                <a:sym typeface="+mn-ea"/>
              </a:rPr>
              <a:t> </a:t>
            </a:r>
            <a:r>
              <a:rPr lang="en-US" altLang="zh-CN" sz="2000" dirty="0" err="1" smtClean="0">
                <a:solidFill>
                  <a:srgbClr val="FF0000"/>
                </a:solidFill>
                <a:effectLst/>
                <a:sym typeface="+mn-ea"/>
              </a:rPr>
              <a:t>hǎo</a:t>
            </a:r>
            <a:r>
              <a:rPr lang="en-US" altLang="zh-CN" sz="2000" smtClean="0">
                <a:effectLst/>
                <a:sym typeface="+mn-ea"/>
              </a:rPr>
              <a:t>. </a:t>
            </a:r>
            <a:endParaRPr lang="en-US" altLang="zh-CN" sz="2000" dirty="0" smtClean="0">
              <a:effectLst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000" smtClean="0">
                <a:effectLst/>
                <a:sym typeface="+mn-ea"/>
              </a:rPr>
              <a:t>3  </a:t>
            </a:r>
            <a:r>
              <a:rPr sz="2000" smtClean="0">
                <a:effectLst/>
                <a:sym typeface="+mn-ea"/>
              </a:rPr>
              <a:t>看 </a:t>
            </a:r>
            <a:r>
              <a:rPr lang="en-US" altLang="zh-CN" sz="2000" smtClean="0">
                <a:effectLst/>
                <a:sym typeface="+mn-ea"/>
              </a:rPr>
              <a:t>   </a:t>
            </a:r>
            <a:r>
              <a:rPr sz="2000" smtClean="0">
                <a:effectLst/>
                <a:sym typeface="+mn-ea"/>
              </a:rPr>
              <a:t>电</a:t>
            </a:r>
            <a:r>
              <a:rPr lang="en-US" altLang="zh-CN" sz="2000" smtClean="0">
                <a:effectLst/>
                <a:sym typeface="+mn-ea"/>
              </a:rPr>
              <a:t>  </a:t>
            </a:r>
            <a:r>
              <a:rPr sz="2000" smtClean="0">
                <a:effectLst/>
                <a:sym typeface="+mn-ea"/>
              </a:rPr>
              <a:t>视  </a:t>
            </a:r>
            <a:r>
              <a:rPr sz="2000" smtClean="0">
                <a:solidFill>
                  <a:srgbClr val="FF0000"/>
                </a:solidFill>
                <a:effectLst/>
                <a:sym typeface="+mn-ea"/>
              </a:rPr>
              <a:t>对 </a:t>
            </a:r>
            <a:r>
              <a:rPr sz="2000" smtClean="0">
                <a:effectLst/>
                <a:sym typeface="+mn-ea"/>
              </a:rPr>
              <a:t>   </a:t>
            </a:r>
            <a:r>
              <a:rPr sz="2000" smtClean="0">
                <a:solidFill>
                  <a:srgbClr val="0070C0"/>
                </a:solidFill>
                <a:effectLst/>
                <a:sym typeface="+mn-ea"/>
              </a:rPr>
              <a:t>眼睛（</a:t>
            </a:r>
            <a:r>
              <a:rPr lang="en-US" altLang="zh-CN" sz="2000">
                <a:solidFill>
                  <a:srgbClr val="0070C0"/>
                </a:solidFill>
                <a:effectLst/>
                <a:sym typeface="+mn-ea"/>
              </a:rPr>
              <a:t>eye</a:t>
            </a:r>
            <a:r>
              <a:rPr sz="2000">
                <a:solidFill>
                  <a:srgbClr val="0070C0"/>
                </a:solidFill>
                <a:effectLst/>
                <a:sym typeface="+mn-ea"/>
              </a:rPr>
              <a:t>）</a:t>
            </a:r>
            <a:r>
              <a:rPr sz="2000" smtClean="0">
                <a:solidFill>
                  <a:srgbClr val="FF0000"/>
                </a:solidFill>
                <a:effectLst/>
                <a:sym typeface="+mn-ea"/>
              </a:rPr>
              <a:t>不好</a:t>
            </a:r>
            <a:r>
              <a:rPr sz="2000" smtClean="0">
                <a:effectLst/>
                <a:sym typeface="+mn-ea"/>
              </a:rPr>
              <a:t>。</a:t>
            </a:r>
            <a:endParaRPr lang="en-US" altLang="zh-CN" sz="2000" dirty="0">
              <a:solidFill>
                <a:srgbClr val="0070C0"/>
              </a:solidFill>
              <a:effectLst/>
            </a:endParaRPr>
          </a:p>
          <a:p>
            <a:pPr marL="0" indent="0">
              <a:lnSpc>
                <a:spcPct val="80000"/>
              </a:lnSpc>
              <a:buNone/>
            </a:pPr>
            <a:endParaRPr lang="en-US" altLang="zh-CN" sz="2000" dirty="0" smtClean="0">
              <a:effectLst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CN" sz="2000" dirty="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129037" name="组合 1"/>
          <p:cNvGrpSpPr/>
          <p:nvPr/>
        </p:nvGrpSpPr>
        <p:grpSpPr>
          <a:xfrm>
            <a:off x="-201295" y="80645"/>
            <a:ext cx="3188335" cy="2363470"/>
            <a:chOff x="-362277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2277" y="412576"/>
              <a:ext cx="2268244" cy="6063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语法</a:t>
              </a:r>
              <a:endParaRPr lang="zh-CN" altLang="en-US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Grammar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524" y="3876482"/>
            <a:ext cx="2465917" cy="198864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45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45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45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457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457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457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内容占位符 2"/>
          <p:cNvSpPr>
            <a:spLocks noGrp="1"/>
          </p:cNvSpPr>
          <p:nvPr>
            <p:ph idx="1"/>
          </p:nvPr>
        </p:nvSpPr>
        <p:spPr>
          <a:xfrm>
            <a:off x="1630045" y="1406525"/>
            <a:ext cx="9885045" cy="5350510"/>
          </a:xfrm>
          <a:solidFill>
            <a:schemeClr val="tx2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4560000" scaled="1"/>
            </a:gradFill>
          </a:ln>
          <a:effectLst/>
        </p:spPr>
        <p:txBody>
          <a:bodyPr vert="horz" lIns="90000" tIns="46800" rIns="90000" bIns="46800" rtlCol="0" anchor="t">
            <a:noAutofit/>
          </a:bodyPr>
          <a:p>
            <a:pPr marL="0" indent="0">
              <a:lnSpc>
                <a:spcPct val="100000"/>
              </a:lnSpc>
              <a:buNone/>
            </a:pPr>
            <a:r>
              <a:rPr lang="en-US" altLang="zh-CN" sz="2000" smtClean="0">
                <a:sym typeface="+mn-ea"/>
              </a:rPr>
              <a:t>   </a:t>
            </a:r>
            <a:r>
              <a:rPr sz="2000" smtClean="0">
                <a:sym typeface="+mn-ea"/>
              </a:rPr>
              <a:t> </a:t>
            </a:r>
            <a:r>
              <a:rPr lang="en-US" altLang="zh-CN" sz="2000" b="1" smtClean="0">
                <a:solidFill>
                  <a:srgbClr val="FF0000"/>
                </a:solidFill>
                <a:sym typeface="+mn-ea"/>
              </a:rPr>
              <a:t>duì </a:t>
            </a:r>
            <a:endParaRPr lang="en-US" altLang="zh-CN" sz="2000" b="1" smtClean="0">
              <a:solidFill>
                <a:srgbClr val="FF0000"/>
              </a:solidFill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b="1" smtClean="0">
                <a:solidFill>
                  <a:srgbClr val="FF0000"/>
                </a:solidFill>
                <a:sym typeface="+mn-ea"/>
              </a:rPr>
              <a:t>      </a:t>
            </a:r>
            <a:r>
              <a:rPr sz="2000" b="1" smtClean="0">
                <a:solidFill>
                  <a:srgbClr val="FF0000"/>
                </a:solidFill>
                <a:sym typeface="+mn-ea"/>
              </a:rPr>
              <a:t>对</a:t>
            </a:r>
            <a:r>
              <a:rPr sz="2000" b="1" smtClean="0">
                <a:sym typeface="+mn-ea"/>
              </a:rPr>
              <a:t> </a:t>
            </a:r>
            <a:r>
              <a:rPr lang="en-US" altLang="zh-CN" sz="2000" b="1" smtClean="0">
                <a:sym typeface="+mn-ea"/>
              </a:rPr>
              <a:t>here is a preposition used to introduce the patient of an action</a:t>
            </a:r>
            <a:endParaRPr lang="en-US" altLang="zh-CN" sz="2000" b="1" smtClean="0"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CN" sz="2000" b="1" smtClean="0">
              <a:sym typeface="+mn-ea"/>
            </a:endParaRPr>
          </a:p>
          <a:p>
            <a:pPr marL="0" indent="0">
              <a:buNone/>
            </a:pPr>
            <a:r>
              <a:rPr lang="en-US" altLang="zh-CN" sz="2000" dirty="0" err="1" smtClean="0">
                <a:effectLst/>
                <a:sym typeface="+mn-ea"/>
              </a:rPr>
              <a:t>   </a:t>
            </a:r>
            <a:r>
              <a:rPr lang="en-US" altLang="zh-CN" sz="2000" smtClean="0">
                <a:effectLst/>
                <a:sym typeface="+mn-ea"/>
              </a:rPr>
              <a:t>zhōngguó </a:t>
            </a:r>
            <a:r>
              <a:rPr lang="en-US" altLang="zh-CN" sz="2000" dirty="0" err="1" smtClean="0">
                <a:effectLst/>
                <a:sym typeface="+mn-ea"/>
              </a:rPr>
              <a:t>péngyou</a:t>
            </a:r>
            <a:r>
              <a:rPr lang="en-US" altLang="zh-CN" sz="2000" smtClean="0">
                <a:effectLst/>
                <a:sym typeface="+mn-ea"/>
              </a:rPr>
              <a:t> </a:t>
            </a:r>
            <a:r>
              <a:rPr lang="en-US" altLang="zh-CN" sz="2000" dirty="0" err="1">
                <a:solidFill>
                  <a:srgbClr val="FF0000"/>
                </a:solidFill>
                <a:effectLst/>
                <a:sym typeface="+mn-ea"/>
              </a:rPr>
              <a:t>duì</a:t>
            </a:r>
            <a:r>
              <a:rPr lang="en-US" altLang="zh-CN" sz="2000">
                <a:effectLst/>
                <a:sym typeface="+mn-ea"/>
              </a:rPr>
              <a:t> </a:t>
            </a:r>
            <a:r>
              <a:rPr lang="en-US" altLang="zh-CN" sz="2000" dirty="0" err="1">
                <a:effectLst/>
                <a:sym typeface="+mn-ea"/>
              </a:rPr>
              <a:t>wǒ</a:t>
            </a:r>
            <a:r>
              <a:rPr lang="en-US" altLang="zh-CN" sz="2000">
                <a:effectLst/>
                <a:sym typeface="+mn-ea"/>
              </a:rPr>
              <a:t> </a:t>
            </a:r>
            <a:r>
              <a:rPr lang="en-US" altLang="zh-CN" sz="2000" dirty="0" err="1">
                <a:solidFill>
                  <a:srgbClr val="FF0000"/>
                </a:solidFill>
                <a:effectLst/>
                <a:sym typeface="+mn-ea"/>
              </a:rPr>
              <a:t>hěn</a:t>
            </a:r>
            <a:r>
              <a:rPr lang="en-US" altLang="zh-CN" sz="2000">
                <a:solidFill>
                  <a:srgbClr val="FF0000"/>
                </a:solidFill>
                <a:effectLst/>
                <a:sym typeface="+mn-ea"/>
              </a:rPr>
              <a:t> </a:t>
            </a:r>
            <a:r>
              <a:rPr lang="en-US" altLang="zh-CN" sz="2000" dirty="0" err="1">
                <a:solidFill>
                  <a:srgbClr val="FF0000"/>
                </a:solidFill>
                <a:effectLst/>
                <a:sym typeface="+mn-ea"/>
              </a:rPr>
              <a:t>hǎo</a:t>
            </a:r>
            <a:r>
              <a:rPr lang="en-US" altLang="zh-CN" sz="2000">
                <a:solidFill>
                  <a:srgbClr val="FF0000"/>
                </a:solidFill>
                <a:effectLst/>
                <a:sym typeface="+mn-ea"/>
              </a:rPr>
              <a:t> </a:t>
            </a:r>
            <a:endParaRPr lang="en-US" altLang="zh-CN" sz="2000" dirty="0">
              <a:effectLst/>
            </a:endParaRPr>
          </a:p>
          <a:p>
            <a:pPr marL="0" indent="0">
              <a:buNone/>
            </a:pPr>
            <a:r>
              <a:rPr lang="en-US" altLang="zh-CN" sz="2000" smtClean="0">
                <a:effectLst/>
                <a:sym typeface="+mn-ea"/>
              </a:rPr>
              <a:t>4   </a:t>
            </a:r>
            <a:r>
              <a:rPr sz="2000" smtClean="0">
                <a:effectLst/>
                <a:sym typeface="+mn-ea"/>
              </a:rPr>
              <a:t>中</a:t>
            </a:r>
            <a:r>
              <a:rPr lang="en-US" altLang="zh-CN" sz="2000" smtClean="0">
                <a:effectLst/>
                <a:sym typeface="+mn-ea"/>
              </a:rPr>
              <a:t>    </a:t>
            </a:r>
            <a:r>
              <a:rPr sz="2000" smtClean="0">
                <a:effectLst/>
                <a:sym typeface="+mn-ea"/>
              </a:rPr>
              <a:t> 国  </a:t>
            </a:r>
            <a:r>
              <a:rPr lang="en-US" altLang="zh-CN" sz="2000" smtClean="0">
                <a:effectLst/>
                <a:sym typeface="+mn-ea"/>
              </a:rPr>
              <a:t>   </a:t>
            </a:r>
            <a:r>
              <a:rPr sz="2000" smtClean="0">
                <a:effectLst/>
                <a:sym typeface="+mn-ea"/>
              </a:rPr>
              <a:t>朋</a:t>
            </a:r>
            <a:r>
              <a:rPr lang="en-US" altLang="zh-CN" sz="2000" smtClean="0">
                <a:effectLst/>
                <a:sym typeface="+mn-ea"/>
              </a:rPr>
              <a:t>   </a:t>
            </a:r>
            <a:r>
              <a:rPr sz="2000" smtClean="0">
                <a:effectLst/>
                <a:sym typeface="+mn-ea"/>
              </a:rPr>
              <a:t>友  </a:t>
            </a:r>
            <a:r>
              <a:rPr sz="2000" smtClean="0">
                <a:solidFill>
                  <a:srgbClr val="FF0000"/>
                </a:solidFill>
                <a:effectLst/>
                <a:sym typeface="+mn-ea"/>
              </a:rPr>
              <a:t>对</a:t>
            </a:r>
            <a:r>
              <a:rPr sz="2000" smtClean="0">
                <a:effectLst/>
                <a:sym typeface="+mn-ea"/>
              </a:rPr>
              <a:t> </a:t>
            </a:r>
            <a:r>
              <a:rPr lang="en-US" altLang="zh-CN" sz="2000" smtClean="0">
                <a:effectLst/>
                <a:sym typeface="+mn-ea"/>
              </a:rPr>
              <a:t>  </a:t>
            </a:r>
            <a:r>
              <a:rPr sz="2000" smtClean="0">
                <a:effectLst/>
                <a:sym typeface="+mn-ea"/>
              </a:rPr>
              <a:t>我 </a:t>
            </a:r>
            <a:r>
              <a:rPr lang="en-US" altLang="zh-CN" sz="2000" smtClean="0">
                <a:effectLst/>
                <a:sym typeface="+mn-ea"/>
              </a:rPr>
              <a:t>  </a:t>
            </a:r>
            <a:r>
              <a:rPr sz="2000" smtClean="0">
                <a:solidFill>
                  <a:srgbClr val="FF0000"/>
                </a:solidFill>
                <a:effectLst/>
                <a:sym typeface="+mn-ea"/>
              </a:rPr>
              <a:t>很</a:t>
            </a:r>
            <a:r>
              <a:rPr lang="en-US" altLang="zh-CN" sz="2000" smtClean="0">
                <a:solidFill>
                  <a:srgbClr val="FF0000"/>
                </a:solidFill>
                <a:effectLst/>
                <a:sym typeface="+mn-ea"/>
              </a:rPr>
              <a:t>   </a:t>
            </a:r>
            <a:r>
              <a:rPr sz="2000" smtClean="0">
                <a:solidFill>
                  <a:srgbClr val="FF0000"/>
                </a:solidFill>
                <a:effectLst/>
                <a:sym typeface="+mn-ea"/>
              </a:rPr>
              <a:t>好</a:t>
            </a:r>
            <a:r>
              <a:rPr sz="2000" smtClean="0">
                <a:effectLst/>
                <a:sym typeface="+mn-ea"/>
              </a:rPr>
              <a:t>  。</a:t>
            </a:r>
            <a:r>
              <a:rPr lang="en-US" altLang="zh-CN" sz="2000" smtClean="0">
                <a:effectLst/>
                <a:sym typeface="+mn-ea"/>
              </a:rPr>
              <a:t> </a:t>
            </a:r>
            <a:endParaRPr lang="en-US" altLang="zh-CN" sz="2000" dirty="0" smtClean="0">
              <a:effectLst/>
            </a:endParaRPr>
          </a:p>
          <a:p>
            <a:pPr marL="0" indent="0">
              <a:buNone/>
            </a:pPr>
            <a:r>
              <a:rPr lang="en-US" altLang="zh-CN" sz="2000" smtClean="0">
                <a:effectLst/>
                <a:sym typeface="+mn-ea"/>
              </a:rPr>
              <a:t>   </a:t>
            </a:r>
            <a:r>
              <a:rPr lang="en-US" altLang="zh-CN" sz="2000" dirty="0" err="1" smtClean="0">
                <a:effectLst/>
                <a:sym typeface="+mn-ea"/>
              </a:rPr>
              <a:t>wǒ</a:t>
            </a:r>
            <a:r>
              <a:rPr lang="en-US" altLang="zh-CN" sz="2000" smtClean="0">
                <a:effectLst/>
                <a:sym typeface="+mn-ea"/>
              </a:rPr>
              <a:t> </a:t>
            </a:r>
            <a:r>
              <a:rPr lang="en-US" altLang="zh-CN" sz="2000">
                <a:solidFill>
                  <a:srgbClr val="FF0000"/>
                </a:solidFill>
                <a:effectLst/>
                <a:sym typeface="+mn-ea"/>
              </a:rPr>
              <a:t>duì </a:t>
            </a:r>
            <a:r>
              <a:rPr lang="en-US" altLang="zh-CN" sz="2000">
                <a:solidFill>
                  <a:srgbClr val="0070C0"/>
                </a:solidFill>
                <a:effectLst/>
                <a:sym typeface="+mn-ea"/>
              </a:rPr>
              <a:t>zhōngguó gōngfu </a:t>
            </a:r>
            <a:r>
              <a:rPr lang="en-US" altLang="zh-CN" sz="2000" dirty="0" err="1" smtClean="0">
                <a:solidFill>
                  <a:srgbClr val="FF0000"/>
                </a:solidFill>
                <a:effectLst/>
                <a:sym typeface="+mn-ea"/>
              </a:rPr>
              <a:t>hěn</a:t>
            </a:r>
            <a:r>
              <a:rPr lang="en-US" altLang="zh-CN" sz="2000" smtClean="0">
                <a:solidFill>
                  <a:srgbClr val="FF0000"/>
                </a:solidFill>
                <a:effectLst/>
                <a:sym typeface="+mn-ea"/>
              </a:rPr>
              <a:t> </a:t>
            </a:r>
            <a:r>
              <a:rPr lang="en-US" altLang="zh-CN" sz="2000" dirty="0" err="1">
                <a:solidFill>
                  <a:srgbClr val="FF0000"/>
                </a:solidFill>
                <a:effectLst/>
                <a:sym typeface="+mn-ea"/>
              </a:rPr>
              <a:t>gǎn</a:t>
            </a:r>
            <a:r>
              <a:rPr lang="en-US" altLang="zh-CN" sz="2000">
                <a:solidFill>
                  <a:srgbClr val="FF0000"/>
                </a:solidFill>
                <a:effectLst/>
                <a:sym typeface="+mn-ea"/>
              </a:rPr>
              <a:t> </a:t>
            </a:r>
            <a:r>
              <a:rPr lang="en-US" altLang="zh-CN" sz="2000" dirty="0" err="1" smtClean="0">
                <a:solidFill>
                  <a:srgbClr val="FF0000"/>
                </a:solidFill>
                <a:effectLst/>
                <a:sym typeface="+mn-ea"/>
              </a:rPr>
              <a:t>xìngqù</a:t>
            </a:r>
            <a:r>
              <a:rPr lang="en-US" altLang="zh-CN" sz="2000" smtClean="0">
                <a:effectLst/>
                <a:sym typeface="+mn-ea"/>
              </a:rPr>
              <a:t>. </a:t>
            </a:r>
            <a:endParaRPr lang="en-US" altLang="zh-CN" sz="2000" dirty="0" smtClean="0">
              <a:effectLst/>
            </a:endParaRPr>
          </a:p>
          <a:p>
            <a:pPr marL="0" indent="0">
              <a:buNone/>
            </a:pPr>
            <a:r>
              <a:rPr lang="en-US" altLang="zh-CN" sz="2000" smtClean="0">
                <a:effectLst/>
                <a:sym typeface="+mn-ea"/>
              </a:rPr>
              <a:t>5  </a:t>
            </a:r>
            <a:r>
              <a:rPr sz="2000" smtClean="0">
                <a:effectLst/>
                <a:sym typeface="+mn-ea"/>
              </a:rPr>
              <a:t>我  </a:t>
            </a:r>
            <a:r>
              <a:rPr sz="2000" smtClean="0">
                <a:solidFill>
                  <a:srgbClr val="FF0000"/>
                </a:solidFill>
                <a:effectLst/>
                <a:sym typeface="+mn-ea"/>
              </a:rPr>
              <a:t>对</a:t>
            </a:r>
            <a:r>
              <a:rPr sz="2000" smtClean="0">
                <a:effectLst/>
                <a:sym typeface="+mn-ea"/>
              </a:rPr>
              <a:t>    </a:t>
            </a:r>
            <a:r>
              <a:rPr sz="2000" smtClean="0">
                <a:solidFill>
                  <a:srgbClr val="0070C0"/>
                </a:solidFill>
                <a:effectLst/>
                <a:sym typeface="+mn-ea"/>
              </a:rPr>
              <a:t>中 国       功 夫    </a:t>
            </a:r>
            <a:r>
              <a:rPr sz="2000" smtClean="0">
                <a:solidFill>
                  <a:srgbClr val="FF0000"/>
                </a:solidFill>
                <a:effectLst/>
                <a:sym typeface="+mn-ea"/>
              </a:rPr>
              <a:t>很   感   兴趣</a:t>
            </a:r>
            <a:r>
              <a:rPr sz="2000">
                <a:effectLst/>
                <a:sym typeface="+mn-ea"/>
              </a:rPr>
              <a:t>。</a:t>
            </a:r>
            <a:endParaRPr lang="en-US" altLang="zh-CN" sz="2000" dirty="0">
              <a:effectLst/>
            </a:endParaRPr>
          </a:p>
          <a:p>
            <a:pPr marL="0" indent="0">
              <a:buNone/>
            </a:pPr>
            <a:r>
              <a:rPr lang="en-US" altLang="zh-CN" sz="2000" smtClean="0">
                <a:effectLst/>
                <a:sym typeface="+mn-ea"/>
              </a:rPr>
              <a:t> </a:t>
            </a:r>
            <a:endParaRPr lang="zh-CN" altLang="en-US" sz="2000" dirty="0">
              <a:effectLst/>
            </a:endParaRPr>
          </a:p>
          <a:p>
            <a:pPr marL="0" indent="0">
              <a:lnSpc>
                <a:spcPct val="80000"/>
              </a:lnSpc>
              <a:buNone/>
            </a:pPr>
            <a:endParaRPr lang="en-US" altLang="zh-CN" sz="2000" dirty="0" smtClean="0">
              <a:effectLst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CN" sz="2000" dirty="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129037" name="组合 1"/>
          <p:cNvGrpSpPr/>
          <p:nvPr/>
        </p:nvGrpSpPr>
        <p:grpSpPr>
          <a:xfrm>
            <a:off x="-201295" y="80645"/>
            <a:ext cx="3188335" cy="2363470"/>
            <a:chOff x="-362277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2277" y="412576"/>
              <a:ext cx="2268244" cy="6063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语法</a:t>
              </a:r>
              <a:endParaRPr lang="zh-CN" altLang="en-US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Grammar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pic>
        <p:nvPicPr>
          <p:cNvPr id="2" name="内容占位符 3" descr="李小龙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2384" y="4491697"/>
            <a:ext cx="2646951" cy="176591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211455" y="80645"/>
            <a:ext cx="3188335" cy="236347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6063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说一说，写一写</a:t>
              </a:r>
              <a:endParaRPr lang="zh-CN" altLang="en-US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Speak</a:t>
              </a:r>
              <a:r>
                <a:rPr lang="en-US" altLang="zh-CN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 and write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6360" y="3986530"/>
            <a:ext cx="8135620" cy="235331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518410" y="428625"/>
            <a:ext cx="8507095" cy="341566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 sz="2400">
                <a:sym typeface="+mn-ea"/>
              </a:rPr>
              <a:t>Answer these questions:</a:t>
            </a:r>
            <a:endParaRPr lang="en-US" altLang="zh-CN" sz="2400">
              <a:sym typeface="+mn-ea"/>
            </a:endParaRPr>
          </a:p>
          <a:p>
            <a:r>
              <a:rPr lang="en-US" altLang="zh-CN" sz="2400"/>
              <a:t>1</a:t>
            </a:r>
            <a:r>
              <a:rPr sz="2400"/>
              <a:t>、</a:t>
            </a:r>
            <a:r>
              <a:rPr lang="zh-CN" altLang="en-US" sz="2400"/>
              <a:t>你最喜欢什么运动？</a:t>
            </a:r>
            <a:endParaRPr lang="zh-CN" altLang="en-US" sz="2400"/>
          </a:p>
          <a:p>
            <a:r>
              <a:rPr lang="en-US" altLang="zh-CN" sz="2400"/>
              <a:t>2</a:t>
            </a:r>
            <a:r>
              <a:rPr sz="2400"/>
              <a:t>、你觉得做什么对身体很好？</a:t>
            </a:r>
            <a:endParaRPr sz="2400"/>
          </a:p>
          <a:p>
            <a:r>
              <a:rPr lang="en-US" altLang="zh-CN" sz="2400"/>
              <a:t>3</a:t>
            </a:r>
            <a:r>
              <a:rPr sz="2400"/>
              <a:t>、你有什么爱好？</a:t>
            </a:r>
            <a:endParaRPr sz="2400"/>
          </a:p>
          <a:p>
            <a:r>
              <a:rPr lang="en-US" altLang="zh-CN" sz="2400"/>
              <a:t>4</a:t>
            </a:r>
            <a:r>
              <a:rPr sz="2400"/>
              <a:t>、你喜欢踢足球还是打篮球？</a:t>
            </a:r>
            <a:endParaRPr sz="2400"/>
          </a:p>
          <a:p>
            <a:r>
              <a:rPr lang="en-US" altLang="zh-CN" sz="2400"/>
              <a:t>5</a:t>
            </a:r>
            <a:r>
              <a:rPr sz="2400"/>
              <a:t>、你有自行车吗？</a:t>
            </a:r>
            <a:endParaRPr sz="2400"/>
          </a:p>
          <a:p>
            <a:r>
              <a:rPr lang="en-US" altLang="zh-CN" sz="2400"/>
              <a:t>6</a:t>
            </a:r>
            <a:r>
              <a:rPr sz="2400"/>
              <a:t>、你一般骑自行车</a:t>
            </a:r>
            <a:r>
              <a:rPr sz="2400"/>
              <a:t>去哪儿？</a:t>
            </a:r>
            <a:endParaRPr sz="2400"/>
          </a:p>
          <a:p>
            <a:r>
              <a:rPr lang="en-US" altLang="zh-CN" sz="2400"/>
              <a:t>7</a:t>
            </a:r>
            <a:r>
              <a:rPr sz="2400"/>
              <a:t>、我们学校有书法课，你想报名吗？</a:t>
            </a:r>
            <a:endParaRPr lang="zh-CN" altLang="en-US" sz="2400"/>
          </a:p>
          <a:p>
            <a:endParaRPr lang="zh-CN" altLang="en-US" sz="24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  <p:tag name="KSO_WM_UNIT_LARGE_SHAPE" val="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  <p:tag name="KSO_WM_UNIT_LARGE_SHAPE" val="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general"/>
  <p:tag name="KSO_WM_SLIDE_BK_DARK_LIGHT" val="2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general"/>
  <p:tag name="KSO_WM_SLIDE_BK_DARK_LIGHT" val="2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general"/>
  <p:tag name="KSO_WM_SLIDE_BK_DARK_LIGHT" val="2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general"/>
  <p:tag name="KSO_WM_SLIDE_BK_DARK_LIGHT" val="2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general"/>
  <p:tag name="KSO_WM_SLIDE_BK_DARK_LIGHT" val="2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general"/>
  <p:tag name="KSO_WM_SLIDE_BK_DARK_LIGHT" val="2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UNIT_BK_DARK_LIGHT" val="2"/>
  <p:tag name="KSO_WM_SLIDE_BACKGROUND_TYPE" val="frame"/>
  <p:tag name="KSO_WM_SLIDE_BK_DARK_LIGHT" val="2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frame"/>
  <p:tag name="KSO_WM_SLIDE_BK_DARK_LIGHT" val="2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frame"/>
  <p:tag name="KSO_WM_SLIDE_BK_DARK_LIGHT" val="2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leftRight"/>
  <p:tag name="KSO_WM_SLIDE_BK_DARK_LIGHT" val="2"/>
</p:tagLst>
</file>

<file path=ppt/tags/tag15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leftRight"/>
  <p:tag name="KSO_WM_SLIDE_BK_DARK_LIGHT" val="2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leftRight"/>
  <p:tag name="KSO_WM_SLIDE_BK_DARK_LIGHT" val="2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leftRight"/>
  <p:tag name="KSO_WM_SLIDE_BK_DARK_LIGHT" val="2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leftRight"/>
  <p:tag name="KSO_WM_SLIDE_BK_DARK_LIGHT" val="2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leftRight"/>
  <p:tag name="KSO_WM_SLIDE_BK_DARK_LIGHT" val="2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leftRight"/>
  <p:tag name="KSO_WM_SLIDE_BK_DARK_LIGHT" val="2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topBottom"/>
  <p:tag name="KSO_WM_SLIDE_BK_DARK_LIGHT" val="2"/>
</p:tagLst>
</file>

<file path=ppt/tags/tag16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topBottom"/>
  <p:tag name="KSO_WM_SLIDE_BK_DARK_LIGHT" val="2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topBottom"/>
  <p:tag name="KSO_WM_SLIDE_BK_DARK_LIGHT" val="2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topBottom"/>
  <p:tag name="KSO_WM_SLIDE_BK_DARK_LIGHT" val="2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topBottom"/>
  <p:tag name="KSO_WM_SLIDE_BK_DARK_LIGHT" val="2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topBottom"/>
  <p:tag name="KSO_WM_SLIDE_BK_DARK_LIGHT" val="2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topBottom"/>
  <p:tag name="KSO_WM_SLIDE_BK_DARK_LIGHT" val="2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bottomTop"/>
  <p:tag name="KSO_WM_SLIDE_BK_DARK_LIGHT" val="2"/>
</p:tagLst>
</file>

<file path=ppt/tags/tag18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ottomTop"/>
  <p:tag name="KSO_WM_SLIDE_BK_DARK_LIGHT" val="2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bottomTop"/>
  <p:tag name="KSO_WM_SLIDE_BK_DARK_LIGHT" val="2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bottomTop"/>
  <p:tag name="KSO_WM_SLIDE_BK_DARK_LIGHT" val="2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bottomTop"/>
  <p:tag name="KSO_WM_SLIDE_BK_DARK_LIGHT" val="2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bottomTop"/>
  <p:tag name="KSO_WM_SLIDE_BK_DARK_LIGHT" val="2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bottomTop"/>
  <p:tag name="KSO_WM_SLIDE_BK_DARK_LIGHT" val="2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navigation"/>
  <p:tag name="KSO_WM_SLIDE_BK_DARK_LIGHT" val="2"/>
</p:tagLst>
</file>

<file path=ppt/tags/tag19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navigation"/>
  <p:tag name="KSO_WM_SLIDE_BK_DARK_LIGHT" val="2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navigation"/>
  <p:tag name="KSO_WM_SLIDE_BK_DARK_LIGHT" val="2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navigation"/>
  <p:tag name="KSO_WM_SLIDE_BK_DARK_LIGHT" val="2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navigation"/>
  <p:tag name="KSO_WM_SLIDE_BK_DARK_LIGHT" val="2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navigation"/>
  <p:tag name="KSO_WM_SLIDE_BK_DARK_LIGHT" val="2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belt"/>
  <p:tag name="KSO_WM_SLIDE_BK_DARK_LIGHT" val="1"/>
</p:tagLst>
</file>

<file path=ppt/tags/tag212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elt"/>
  <p:tag name="KSO_WM_SLIDE_BK_DARK_LIGHT" val="1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elt"/>
  <p:tag name="KSO_WM_SLIDE_BK_DARK_LIGHT" val="1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20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77118"/>
</p:tagLst>
</file>

<file path=ppt/tags/tag221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77118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TAG_VERSION" val="1.0"/>
  <p:tag name="KSO_WM_BEAUTIFY_FLAG" val="#wm#"/>
  <p:tag name="KSO_WM_COMBINE_RELATE_SLIDE_ID" val="background20176429_1"/>
  <p:tag name="KSO_WM_TEMPLATE_CATEGORY" val="custom"/>
  <p:tag name="KSO_WM_TEMPLATE_INDEX" val="20177118"/>
  <p:tag name="KSO_WM_TEMPLATE_SUBCATEGORY" val="0"/>
  <p:tag name="KSO_WM_TEMPLATE_THUMBS_INDEX" val="1、5、8、11、14、19、25、28、29、30、32"/>
  <p:tag name="KSO_WM_TEMPLATE_MASTER_TYPE" val="1"/>
  <p:tag name="KSO_WM_TEMPLATE_COLOR_TYPE" val="1"/>
  <p:tag name="KSO_WM_TEMPLATE_MASTER_THUMB_INDEX" val="12"/>
</p:tagLst>
</file>

<file path=ppt/tags/tag226.xml><?xml version="1.0" encoding="utf-8"?>
<p:tagLst xmlns:p="http://schemas.openxmlformats.org/presentationml/2006/main">
  <p:tag name="KSO_WM_TEMPLATE_CATEGORY" val="custom"/>
  <p:tag name="KSO_WM_TEMPLATE_INDEX" val="20177118"/>
</p:tagLst>
</file>

<file path=ppt/tags/tag227.xml><?xml version="1.0" encoding="utf-8"?>
<p:tagLst xmlns:p="http://schemas.openxmlformats.org/presentationml/2006/main">
  <p:tag name="KSO_WM_TEMPLATE_CATEGORY" val="custom"/>
  <p:tag name="KSO_WM_TEMPLATE_INDEX" val="20177118"/>
</p:tagLst>
</file>

<file path=ppt/tags/tag228.xml><?xml version="1.0" encoding="utf-8"?>
<p:tagLst xmlns:p="http://schemas.openxmlformats.org/presentationml/2006/main">
  <p:tag name="KSO_WM_TEMPLATE_CATEGORY" val="custom"/>
  <p:tag name="KSO_WM_TEMPLATE_INDEX" val="20177118"/>
</p:tagLst>
</file>

<file path=ppt/tags/tag229.xml><?xml version="1.0" encoding="utf-8"?>
<p:tagLst xmlns:p="http://schemas.openxmlformats.org/presentationml/2006/main">
  <p:tag name="KSO_WM_UNIT_PLACING_PICTURE_USER_VIEWPORT" val="{&quot;height&quot;:4146.667716535433,&quot;width&quot;:3717.7354330708663}"/>
</p:tagLst>
</file>

<file path=ppt/tags/tag230.xml><?xml version="1.0" encoding="utf-8"?>
<p:tagLst xmlns:p="http://schemas.openxmlformats.org/presentationml/2006/main">
  <p:tag name="KSO_WM_UNIT_PLACING_PICTURE_USER_VIEWPORT" val="{&quot;height&quot;:4922,&quot;width&quot;:12259}"/>
</p:tagLst>
</file>

<file path=ppt/tags/tag231.xml><?xml version="1.0" encoding="utf-8"?>
<p:tagLst xmlns:p="http://schemas.openxmlformats.org/presentationml/2006/main">
  <p:tag name="KSO_WPP_MARK_KEY" val="235e0270-0b20-4a78-af62-e97d9652e8e7"/>
  <p:tag name="COMMONDATA" val="eyJoZGlkIjoiMjQzYTgzMjY2ODk2ZDhiZGMwNDYyZmE0OWQ1NzIzZWUifQ=="/>
</p:tagLst>
</file>

<file path=ppt/theme/theme1.xml><?xml version="1.0" encoding="utf-8"?>
<a:theme xmlns:a="http://schemas.openxmlformats.org/drawingml/2006/main" name="Office 主题​​">
  <a:themeElements>
    <a:clrScheme name="自定义 116">
      <a:dk1>
        <a:srgbClr val="000000"/>
      </a:dk1>
      <a:lt1>
        <a:srgbClr val="FFFFFF"/>
      </a:lt1>
      <a:dk2>
        <a:srgbClr val="A4D5CF"/>
      </a:dk2>
      <a:lt2>
        <a:srgbClr val="DFF4F2"/>
      </a:lt2>
      <a:accent1>
        <a:srgbClr val="3C8178"/>
      </a:accent1>
      <a:accent2>
        <a:srgbClr val="007B87"/>
      </a:accent2>
      <a:accent3>
        <a:srgbClr val="007297"/>
      </a:accent3>
      <a:accent4>
        <a:srgbClr val="12659F"/>
      </a:accent4>
      <a:accent5>
        <a:srgbClr val="4F5296"/>
      </a:accent5>
      <a:accent6>
        <a:srgbClr val="783C81"/>
      </a:accent6>
      <a:hlink>
        <a:srgbClr val="658BD5"/>
      </a:hlink>
      <a:folHlink>
        <a:srgbClr val="9F69A3"/>
      </a:folHlink>
    </a:clrScheme>
    <a:fontScheme name="自定义 1">
      <a:majorFont>
        <a:latin typeface="微软雅黑"/>
        <a:ea typeface="汉仪旗黑-85S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5459</Words>
  <Application>WPS 演示</Application>
  <PresentationFormat>宽屏</PresentationFormat>
  <Paragraphs>321</Paragraphs>
  <Slides>21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3" baseType="lpstr">
      <vt:lpstr>Arial</vt:lpstr>
      <vt:lpstr>宋体</vt:lpstr>
      <vt:lpstr>Wingdings</vt:lpstr>
      <vt:lpstr>微软雅黑</vt:lpstr>
      <vt:lpstr>汉仪旗黑-85S</vt:lpstr>
      <vt:lpstr>黑体</vt:lpstr>
      <vt:lpstr>Franklin Gothic Book</vt:lpstr>
      <vt:lpstr>Arial Unicode MS</vt:lpstr>
      <vt:lpstr>楷体</vt:lpstr>
      <vt:lpstr>Century</vt:lpstr>
      <vt:lpstr>汉仪旗黑Y4-85简</vt:lpstr>
      <vt:lpstr>Office 主题​​</vt:lpstr>
      <vt:lpstr>    nǐ yào chá hái shi kā fēi  12   你 要  茶  还  是  咖 啡     Lesson 12  What  would you like ,Tea or Coffee？         　</vt:lpstr>
      <vt:lpstr>PowerPoint 演示文稿</vt:lpstr>
      <vt:lpstr>    yùndònɡ   1  运 动      sports  （N）       </vt:lpstr>
      <vt:lpstr>      qí 10  骑 ride</vt:lpstr>
      <vt:lpstr>   dǎ 7 打 play (a game)</vt:lpstr>
      <vt:lpstr>      tī                       5  踢     kick, play (football) </vt:lpstr>
      <vt:lpstr>PowerPoint 演示文稿</vt:lpstr>
      <vt:lpstr>PowerPoint 演示文稿</vt:lpstr>
      <vt:lpstr>PowerPoint 演示文稿</vt:lpstr>
      <vt:lpstr>PowerPoint 演示文稿</vt:lpstr>
      <vt:lpstr> 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xiaoc</dc:creator>
  <cp:lastModifiedBy>沙茜</cp:lastModifiedBy>
  <cp:revision>180</cp:revision>
  <dcterms:created xsi:type="dcterms:W3CDTF">2019-08-11T11:31:00Z</dcterms:created>
  <dcterms:modified xsi:type="dcterms:W3CDTF">2025-12-01T01:36:21Z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A83B1889803446B986534D997365A708</vt:lpwstr>
  </property>
</Properties>
</file>