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95" r:id="rId3"/>
    <p:sldId id="410" r:id="rId4"/>
    <p:sldId id="470" r:id="rId5"/>
    <p:sldId id="485" r:id="rId6"/>
    <p:sldId id="394" r:id="rId7"/>
    <p:sldId id="461" r:id="rId8"/>
    <p:sldId id="462" r:id="rId9"/>
    <p:sldId id="504" r:id="rId10"/>
    <p:sldId id="463" r:id="rId11"/>
    <p:sldId id="486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3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6385" y="2143125"/>
            <a:ext cx="7522210" cy="2386965"/>
          </a:xfrm>
        </p:spPr>
        <p:txBody>
          <a:bodyPr>
            <a:normAutofit/>
          </a:bodyPr>
          <a:lstStyle/>
          <a:p>
            <a:pPr algn="ctr"/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nǐ jīntiān yǒu shénme ānpái？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9    你  今 天  有   什 么 安 排？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9  What's your plan for today?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8875" y="0"/>
            <a:ext cx="2143125" cy="2143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4490720"/>
            <a:ext cx="2367280" cy="23672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25165" y="755015"/>
            <a:ext cx="3084195" cy="576897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xiànzài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现 在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now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shì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事:matter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kāi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开:open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mén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门:door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ɡuān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关:close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mínɡtiān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 明  天:tomorrow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5" name="9-5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366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053195" y="1207770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20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413635" y="1287780"/>
            <a:ext cx="6390005" cy="533527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10000"/>
          </a:bodyPr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yǒushì                       méi</a:t>
            </a: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yǒushì</a:t>
            </a:r>
            <a:endParaRPr lang="zh-CN" altLang="en-US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 事:be engaged/busy        没 有 事：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be free</a:t>
            </a:r>
            <a:endParaRPr lang="zh-CN" altLang="en-US" sz="2000" b="1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jīntiān xiàwǔ nǐ yǒushì mɑ？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 天  下 午 你 有 事  吗？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（Are you going to do something this afternoon?）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yǒushì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B1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有事。（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I'm busy.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méiyǒushì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B2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没 有 事。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I'm free.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22195" y="144780"/>
            <a:ext cx="2540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shì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事:matter </a:t>
            </a:r>
            <a:endParaRPr kumimoji="0" lang="en-US" sz="2000" i="0" u="none" strike="noStrike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/>
        </p:nvSpPr>
        <p:spPr>
          <a:xfrm>
            <a:off x="3327400" y="629285"/>
            <a:ext cx="5111115" cy="56699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shì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今天下午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你有   什 么 事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?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B1</a:t>
            </a:r>
            <a:r>
              <a:rPr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有 汉 语 课。</a:t>
            </a:r>
            <a:endParaRPr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B2</a:t>
            </a:r>
            <a:r>
              <a:rPr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：我 跟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朋 友  一起  吃饭。 </a:t>
            </a:r>
            <a:endParaRPr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B3</a:t>
            </a:r>
            <a:r>
              <a:rPr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064260" y="1388745"/>
            <a:ext cx="3431540" cy="4554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kāi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开:open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mén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门:door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ɡuān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关:close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kāimén</a:t>
            </a: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 门：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open the door</a:t>
            </a: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ɡuānmén</a:t>
            </a: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关 门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:close the door </a:t>
            </a: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5354320" y="1772920"/>
            <a:ext cx="382968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</a:rPr>
              <a:t>图书馆每天几点开门？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</a:rPr>
              <a:t>八点开门。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</a:rPr>
              <a:t>几点关门？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</a:rPr>
              <a:t>晚上十点关门。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974975" y="0"/>
            <a:ext cx="6242685" cy="6858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mǎdīnɡ：xiànzài jǐdiǎn？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现 在  几 点？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yìdiǎn sìshí。nǐ yǒushì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一点   四十。 你 有 事  吗？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mǎdīnɡ：wǒ liǎnɡdiǎn qù túshūɡuǎn kànshū。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我   两  点  去 图 书 馆   看 书。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nǐ kàn shénme shū？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看   什 么 书？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mǎdīnɡ：wǒ kàn yīnɡwén shū。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我 看   英 文  书。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túshūɡuǎn měitiān jǐdiǎn kāimén？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图 书 馆   每 天  几 点  开 门？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mǎdīnɡ：zǎoshɑnɡ bādiǎn kāimén。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早  上   八 点  开 门。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jǐdiǎn ɡuānmén？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几 点   关 门？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mǎdīnɡ：wǎnshɑnɡ bādiǎn ɡuānmén。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晚  上   八 点   关 门。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tài hǎo le， mínɡtiān wǒ yě qù。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太  好  了，  明  天  我 也 去。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9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514330" y="27051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414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927985" y="817245"/>
            <a:ext cx="7207250" cy="56692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xiànzài jǐdiǎn？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现 在   几点？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yǒu shì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马 丁  有  事  吗？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mǎdīnɡ kàn shénme shū？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马 丁  看   什 么 书？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túshūɡuǎn měitiān jǐdiǎn kāi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mén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?  jǐdiǎn ɡuānmén？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 图书 馆   每 天  几 点  开 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门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?   几 点   关 门？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mínɡtiān línnà qù nǎr？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 明 天   林 娜 去 哪儿？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974975" y="0"/>
            <a:ext cx="6242685" cy="6858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丁：  现 在 几点？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一点 四十。 你有事 吗？ </a:t>
            </a:r>
            <a:endParaRPr lang="en-US" sz="2400" dirty="0" smtClean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丁： 我 两 点 去图书馆  看书。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你看 什 么书？ </a:t>
            </a:r>
            <a:endParaRPr lang="en-US" sz="2400" dirty="0" smtClean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丁： 我 看 英 文  书。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图书馆   每 天  几 点  开 门？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丁： 早 上   八 点  开 门。 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几点   关门？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丁： 晚 上   八点   关门。  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en-US" sz="24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太 好 了，  明 天 我 也去。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9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514330" y="27051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414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259580" y="2367280"/>
            <a:ext cx="16065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8</a:t>
            </a:r>
            <a:r>
              <a:rPr lang="zh-CN" altLang="en-US"/>
              <a:t>:00-22:30</a:t>
            </a:r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376035" y="4232275"/>
            <a:ext cx="16395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9:00-16:00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441055" y="2367280"/>
            <a:ext cx="16275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8:00</a:t>
            </a:r>
            <a:r>
              <a:rPr lang="zh-CN" altLang="en-US">
                <a:sym typeface="+mn-ea"/>
              </a:rPr>
              <a:t>-</a:t>
            </a:r>
            <a:r>
              <a:rPr lang="zh-CN" altLang="en-US"/>
              <a:t>22:00</a:t>
            </a:r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210685" y="1452880"/>
            <a:ext cx="170497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túshūɡuǎn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 书 馆</a:t>
            </a:r>
            <a:r>
              <a:rPr lang="zh-CN" altLang="en-US" sz="2000"/>
              <a:t> </a:t>
            </a:r>
            <a:endParaRPr lang="zh-CN" altLang="en-US" sz="2000"/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8402320" y="1452880"/>
            <a:ext cx="170497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chāoshì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超 市 </a:t>
            </a:r>
            <a:r>
              <a:rPr lang="zh-CN" altLang="en-US" sz="2000"/>
              <a:t> </a:t>
            </a:r>
            <a:endParaRPr lang="zh-CN" altLang="en-US" sz="2000"/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6343015" y="3317875"/>
            <a:ext cx="170497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yínhánɡ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银 行 </a:t>
            </a:r>
            <a:r>
              <a:rPr lang="zh-CN" altLang="en-US" sz="2000"/>
              <a:t> </a:t>
            </a:r>
            <a:endParaRPr lang="zh-C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DIAGRAM_VIRTUALLY_FRAME" val="{&quot;height&quot;:247.85,&quot;left&quot;:331.55,&quot;top&quot;:114.4,&quot;width&quot;:464.3}"/>
</p:tagLst>
</file>

<file path=ppt/tags/tag229.xml><?xml version="1.0" encoding="utf-8"?>
<p:tagLst xmlns:p="http://schemas.openxmlformats.org/presentationml/2006/main">
  <p:tag name="KSO_WM_DIAGRAM_VIRTUALLY_FRAME" val="{&quot;height&quot;:247.85,&quot;left&quot;:331.55,&quot;top&quot;:114.4,&quot;width&quot;:464.3}"/>
</p:tagLst>
</file>

<file path=ppt/tags/tag230.xml><?xml version="1.0" encoding="utf-8"?>
<p:tagLst xmlns:p="http://schemas.openxmlformats.org/presentationml/2006/main">
  <p:tag name="KSO_WM_DIAGRAM_VIRTUALLY_FRAME" val="{&quot;height&quot;:247.85,&quot;left&quot;:331.55,&quot;top&quot;:114.4,&quot;width&quot;:464.3}"/>
</p:tagLst>
</file>

<file path=ppt/tags/tag231.xml><?xml version="1.0" encoding="utf-8"?>
<p:tagLst xmlns:p="http://schemas.openxmlformats.org/presentationml/2006/main">
  <p:tag name="KSO_WM_DIAGRAM_VIRTUALLY_FRAME" val="{&quot;height&quot;:247.85,&quot;left&quot;:331.55,&quot;top&quot;:114.4,&quot;width&quot;:464.3}"/>
</p:tagLst>
</file>

<file path=ppt/tags/tag232.xml><?xml version="1.0" encoding="utf-8"?>
<p:tagLst xmlns:p="http://schemas.openxmlformats.org/presentationml/2006/main">
  <p:tag name="KSO_WM_DIAGRAM_VIRTUALLY_FRAME" val="{&quot;height&quot;:247.85,&quot;left&quot;:331.55,&quot;top&quot;:114.4,&quot;width&quot;:464.3}"/>
</p:tagLst>
</file>

<file path=ppt/tags/tag233.xml><?xml version="1.0" encoding="utf-8"?>
<p:tagLst xmlns:p="http://schemas.openxmlformats.org/presentationml/2006/main">
  <p:tag name="KSO_WM_DIAGRAM_VIRTUALLY_FRAME" val="{&quot;height&quot;:247.85,&quot;left&quot;:331.55,&quot;top&quot;:114.4,&quot;width&quot;:464.3}"/>
</p:tagLst>
</file>

<file path=ppt/tags/tag234.xml><?xml version="1.0" encoding="utf-8"?>
<p:tagLst xmlns:p="http://schemas.openxmlformats.org/presentationml/2006/main"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1908</Words>
  <Application>WPS 演示</Application>
  <PresentationFormat>宽屏</PresentationFormat>
  <Paragraphs>161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Century</vt:lpstr>
      <vt:lpstr>Arial Unicode MS</vt:lpstr>
      <vt:lpstr>Office 主题​​</vt:lpstr>
      <vt:lpstr>           nǐ jīntiān yǒu shénme ānpái？        9    你  今 天  有   什 么 安 排？       Lesson 9  What's your plan for today?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141</cp:revision>
  <dcterms:created xsi:type="dcterms:W3CDTF">2019-08-11T11:31:00Z</dcterms:created>
  <dcterms:modified xsi:type="dcterms:W3CDTF">2025-11-03T01:37:21Z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4A9DD07E6FEA43CC98BC8B56D83FF621</vt:lpwstr>
  </property>
</Properties>
</file>