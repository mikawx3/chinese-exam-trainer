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526" r:id="rId3"/>
    <p:sldId id="410" r:id="rId4"/>
    <p:sldId id="394" r:id="rId5"/>
    <p:sldId id="469" r:id="rId6"/>
    <p:sldId id="471" r:id="rId7"/>
    <p:sldId id="487" r:id="rId8"/>
    <p:sldId id="529" r:id="rId9"/>
    <p:sldId id="530" r:id="rId10"/>
    <p:sldId id="531" r:id="rId11"/>
    <p:sldId id="532" r:id="rId12"/>
    <p:sldId id="461" r:id="rId13"/>
    <p:sldId id="462" r:id="rId14"/>
    <p:sldId id="547" r:id="rId15"/>
    <p:sldId id="478" r:id="rId16"/>
    <p:sldId id="521" r:id="rId17"/>
    <p:sldId id="505" r:id="rId18"/>
    <p:sldId id="559" r:id="rId19"/>
    <p:sldId id="560" r:id="rId20"/>
    <p:sldId id="561" r:id="rId21"/>
    <p:sldId id="520" r:id="rId22"/>
    <p:sldId id="463" r:id="rId23"/>
  </p:sldIdLst>
  <p:sldSz cx="12192000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8" userDrawn="1">
          <p15:clr>
            <a:srgbClr val="A4A3A4"/>
          </p15:clr>
        </p15:guide>
        <p15:guide id="2" pos="3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5AB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088"/>
        <p:guide pos="389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236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3.png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tags" Target="../tags/tag21.xml"/><Relationship Id="rId30" Type="http://schemas.openxmlformats.org/officeDocument/2006/relationships/tags" Target="../tags/tag20.xml"/><Relationship Id="rId3" Type="http://schemas.openxmlformats.org/officeDocument/2006/relationships/image" Target="../media/image1.png"/><Relationship Id="rId29" Type="http://schemas.openxmlformats.org/officeDocument/2006/relationships/tags" Target="../tags/tag19.xml"/><Relationship Id="rId28" Type="http://schemas.openxmlformats.org/officeDocument/2006/relationships/tags" Target="../tags/tag18.xml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image" Target="../media/image9.png"/><Relationship Id="rId23" Type="http://schemas.openxmlformats.org/officeDocument/2006/relationships/tags" Target="../tags/tag14.xml"/><Relationship Id="rId22" Type="http://schemas.openxmlformats.org/officeDocument/2006/relationships/image" Target="../media/image8.png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tags" Target="../tags/tag10.xml"/><Relationship Id="rId17" Type="http://schemas.openxmlformats.org/officeDocument/2006/relationships/image" Target="../media/image7.png"/><Relationship Id="rId16" Type="http://schemas.openxmlformats.org/officeDocument/2006/relationships/tags" Target="../tags/tag9.xml"/><Relationship Id="rId15" Type="http://schemas.openxmlformats.org/officeDocument/2006/relationships/image" Target="../media/image6.png"/><Relationship Id="rId14" Type="http://schemas.openxmlformats.org/officeDocument/2006/relationships/tags" Target="../tags/tag8.xml"/><Relationship Id="rId13" Type="http://schemas.openxmlformats.org/officeDocument/2006/relationships/tags" Target="../tags/tag7.xml"/><Relationship Id="rId12" Type="http://schemas.openxmlformats.org/officeDocument/2006/relationships/image" Target="../media/image5.png"/><Relationship Id="rId11" Type="http://schemas.openxmlformats.org/officeDocument/2006/relationships/tags" Target="../tags/tag6.xml"/><Relationship Id="rId10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image" Target="../media/image12.png"/><Relationship Id="rId6" Type="http://schemas.openxmlformats.org/officeDocument/2006/relationships/tags" Target="../tags/tag24.xml"/><Relationship Id="rId5" Type="http://schemas.openxmlformats.org/officeDocument/2006/relationships/image" Target="../media/image11.png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image" Target="../media/image8.png"/><Relationship Id="rId7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32.xml"/><Relationship Id="rId19" Type="http://schemas.openxmlformats.org/officeDocument/2006/relationships/image" Target="../media/image16.png"/><Relationship Id="rId18" Type="http://schemas.openxmlformats.org/officeDocument/2006/relationships/tags" Target="../tags/tag43.xml"/><Relationship Id="rId17" Type="http://schemas.openxmlformats.org/officeDocument/2006/relationships/image" Target="../media/image15.png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image" Target="../media/image14.png"/><Relationship Id="rId11" Type="http://schemas.openxmlformats.org/officeDocument/2006/relationships/tags" Target="../tags/tag38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image" Target="../media/image12.png"/><Relationship Id="rId6" Type="http://schemas.openxmlformats.org/officeDocument/2006/relationships/tags" Target="../tags/tag51.xml"/><Relationship Id="rId5" Type="http://schemas.openxmlformats.org/officeDocument/2006/relationships/image" Target="../media/image11.png"/><Relationship Id="rId4" Type="http://schemas.openxmlformats.org/officeDocument/2006/relationships/tags" Target="../tags/tag50.xml"/><Relationship Id="rId3" Type="http://schemas.openxmlformats.org/officeDocument/2006/relationships/image" Target="../media/image10.png"/><Relationship Id="rId2" Type="http://schemas.openxmlformats.org/officeDocument/2006/relationships/tags" Target="../tags/tag49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2.png"/><Relationship Id="rId6" Type="http://schemas.openxmlformats.org/officeDocument/2006/relationships/tags" Target="../tags/tag62.xml"/><Relationship Id="rId5" Type="http://schemas.openxmlformats.org/officeDocument/2006/relationships/image" Target="../media/image11.png"/><Relationship Id="rId4" Type="http://schemas.openxmlformats.org/officeDocument/2006/relationships/tags" Target="../tags/tag61.xml"/><Relationship Id="rId3" Type="http://schemas.openxmlformats.org/officeDocument/2006/relationships/image" Target="../media/image10.png"/><Relationship Id="rId2" Type="http://schemas.openxmlformats.org/officeDocument/2006/relationships/tags" Target="../tags/tag60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tags" Target="../tags/tag68.xml"/><Relationship Id="rId12" Type="http://schemas.openxmlformats.org/officeDocument/2006/relationships/tags" Target="../tags/tag67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image" Target="../media/image11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image" Target="../media/image12.png"/><Relationship Id="rId11" Type="http://schemas.openxmlformats.org/officeDocument/2006/relationships/tags" Target="../tags/tag80.xml"/><Relationship Id="rId10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image" Target="../media/image12.png"/><Relationship Id="rId6" Type="http://schemas.openxmlformats.org/officeDocument/2006/relationships/tags" Target="../tags/tag90.xml"/><Relationship Id="rId5" Type="http://schemas.openxmlformats.org/officeDocument/2006/relationships/image" Target="../media/image11.png"/><Relationship Id="rId4" Type="http://schemas.openxmlformats.org/officeDocument/2006/relationships/tags" Target="../tags/tag89.xml"/><Relationship Id="rId3" Type="http://schemas.openxmlformats.org/officeDocument/2006/relationships/image" Target="../media/image10.png"/><Relationship Id="rId2" Type="http://schemas.openxmlformats.org/officeDocument/2006/relationships/tags" Target="../tags/tag88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tags" Target="../tags/tag96.xml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tags" Target="../tags/tag102.xml"/><Relationship Id="rId7" Type="http://schemas.openxmlformats.org/officeDocument/2006/relationships/image" Target="../media/image12.png"/><Relationship Id="rId6" Type="http://schemas.openxmlformats.org/officeDocument/2006/relationships/tags" Target="../tags/tag101.xml"/><Relationship Id="rId5" Type="http://schemas.openxmlformats.org/officeDocument/2006/relationships/image" Target="../media/image11.png"/><Relationship Id="rId4" Type="http://schemas.openxmlformats.org/officeDocument/2006/relationships/tags" Target="../tags/tag100.xml"/><Relationship Id="rId3" Type="http://schemas.openxmlformats.org/officeDocument/2006/relationships/image" Target="../media/image10.png"/><Relationship Id="rId2" Type="http://schemas.openxmlformats.org/officeDocument/2006/relationships/tags" Target="../tags/tag99.xml"/><Relationship Id="rId14" Type="http://schemas.openxmlformats.org/officeDocument/2006/relationships/tags" Target="../tags/tag108.xml"/><Relationship Id="rId13" Type="http://schemas.openxmlformats.org/officeDocument/2006/relationships/tags" Target="../tags/tag107.xml"/><Relationship Id="rId12" Type="http://schemas.openxmlformats.org/officeDocument/2006/relationships/tags" Target="../tags/tag106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image" Target="../media/image12.png"/><Relationship Id="rId6" Type="http://schemas.openxmlformats.org/officeDocument/2006/relationships/tags" Target="../tags/tag111.xml"/><Relationship Id="rId5" Type="http://schemas.openxmlformats.org/officeDocument/2006/relationships/image" Target="../media/image11.png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image" Target="../media/image8.png"/><Relationship Id="rId7" Type="http://schemas.openxmlformats.org/officeDocument/2006/relationships/tags" Target="../tags/tag122.xml"/><Relationship Id="rId6" Type="http://schemas.openxmlformats.org/officeDocument/2006/relationships/image" Target="../media/image10.png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8.xml"/><Relationship Id="rId19" Type="http://schemas.openxmlformats.org/officeDocument/2006/relationships/image" Target="../media/image16.png"/><Relationship Id="rId18" Type="http://schemas.openxmlformats.org/officeDocument/2006/relationships/tags" Target="../tags/tag129.xml"/><Relationship Id="rId17" Type="http://schemas.openxmlformats.org/officeDocument/2006/relationships/image" Target="../media/image15.png"/><Relationship Id="rId16" Type="http://schemas.openxmlformats.org/officeDocument/2006/relationships/tags" Target="../tags/tag128.xml"/><Relationship Id="rId15" Type="http://schemas.openxmlformats.org/officeDocument/2006/relationships/tags" Target="../tags/tag127.xml"/><Relationship Id="rId14" Type="http://schemas.openxmlformats.org/officeDocument/2006/relationships/tags" Target="../tags/tag126.xml"/><Relationship Id="rId13" Type="http://schemas.openxmlformats.org/officeDocument/2006/relationships/tags" Target="../tags/tag125.xml"/><Relationship Id="rId12" Type="http://schemas.openxmlformats.org/officeDocument/2006/relationships/image" Target="../media/image14.png"/><Relationship Id="rId11" Type="http://schemas.openxmlformats.org/officeDocument/2006/relationships/tags" Target="../tags/tag124.xml"/><Relationship Id="rId10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138.xml"/><Relationship Id="rId7" Type="http://schemas.openxmlformats.org/officeDocument/2006/relationships/image" Target="../media/image11.png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image" Target="../media/image10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tags" Target="../tags/tag150.xml"/><Relationship Id="rId7" Type="http://schemas.openxmlformats.org/officeDocument/2006/relationships/tags" Target="../tags/tag149.xml"/><Relationship Id="rId6" Type="http://schemas.openxmlformats.org/officeDocument/2006/relationships/tags" Target="../tags/tag148.xml"/><Relationship Id="rId5" Type="http://schemas.openxmlformats.org/officeDocument/2006/relationships/image" Target="../media/image10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59.xml"/><Relationship Id="rId8" Type="http://schemas.openxmlformats.org/officeDocument/2006/relationships/image" Target="../media/image11.png"/><Relationship Id="rId7" Type="http://schemas.openxmlformats.org/officeDocument/2006/relationships/tags" Target="../tags/tag158.xml"/><Relationship Id="rId6" Type="http://schemas.openxmlformats.org/officeDocument/2006/relationships/tags" Target="../tags/tag157.xml"/><Relationship Id="rId5" Type="http://schemas.openxmlformats.org/officeDocument/2006/relationships/image" Target="../media/image10.png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image" Target="../media/image11.png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image" Target="../media/image10.png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image" Target="../media/image11.png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10.png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8" Type="http://schemas.openxmlformats.org/officeDocument/2006/relationships/tags" Target="../tags/tag195.xml"/><Relationship Id="rId17" Type="http://schemas.openxmlformats.org/officeDocument/2006/relationships/tags" Target="../tags/tag194.xml"/><Relationship Id="rId16" Type="http://schemas.openxmlformats.org/officeDocument/2006/relationships/tags" Target="../tags/tag193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00.xml"/><Relationship Id="rId7" Type="http://schemas.openxmlformats.org/officeDocument/2006/relationships/image" Target="../media/image11.png"/><Relationship Id="rId6" Type="http://schemas.openxmlformats.org/officeDocument/2006/relationships/tags" Target="../tags/tag199.xml"/><Relationship Id="rId5" Type="http://schemas.openxmlformats.org/officeDocument/2006/relationships/image" Target="../media/image10.png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9" Type="http://schemas.openxmlformats.org/officeDocument/2006/relationships/tags" Target="../tags/tag210.xml"/><Relationship Id="rId18" Type="http://schemas.openxmlformats.org/officeDocument/2006/relationships/tags" Target="../tags/tag209.xml"/><Relationship Id="rId17" Type="http://schemas.openxmlformats.org/officeDocument/2006/relationships/tags" Target="../tags/tag208.xml"/><Relationship Id="rId16" Type="http://schemas.openxmlformats.org/officeDocument/2006/relationships/tags" Target="../tags/tag207.xml"/><Relationship Id="rId15" Type="http://schemas.openxmlformats.org/officeDocument/2006/relationships/tags" Target="../tags/tag206.xml"/><Relationship Id="rId14" Type="http://schemas.openxmlformats.org/officeDocument/2006/relationships/tags" Target="../tags/tag205.xml"/><Relationship Id="rId13" Type="http://schemas.openxmlformats.org/officeDocument/2006/relationships/tags" Target="../tags/tag204.xml"/><Relationship Id="rId12" Type="http://schemas.openxmlformats.org/officeDocument/2006/relationships/tags" Target="../tags/tag203.xml"/><Relationship Id="rId11" Type="http://schemas.openxmlformats.org/officeDocument/2006/relationships/tags" Target="../tags/tag202.xml"/><Relationship Id="rId10" Type="http://schemas.openxmlformats.org/officeDocument/2006/relationships/tags" Target="../tags/tag201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image" Target="../media/image10.png"/><Relationship Id="rId4" Type="http://schemas.openxmlformats.org/officeDocument/2006/relationships/tags" Target="../tags/tag213.xml"/><Relationship Id="rId3" Type="http://schemas.openxmlformats.org/officeDocument/2006/relationships/tags" Target="../tags/tag212.xml"/><Relationship Id="rId2" Type="http://schemas.openxmlformats.org/officeDocument/2006/relationships/tags" Target="../tags/tag211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rcRect/>
          <a:stretch>
            <a:fillRect/>
          </a:stretch>
        </p:blipFill>
        <p:spPr>
          <a:xfrm rot="13260000">
            <a:off x="3704590" y="-1502410"/>
            <a:ext cx="3617595" cy="4262120"/>
          </a:xfrm>
          <a:custGeom>
            <a:avLst/>
            <a:gdLst>
              <a:gd name="connsiteX0" fmla="*/ 3617595 w 3617595"/>
              <a:gd name="connsiteY0" fmla="*/ 1413996 h 4262120"/>
              <a:gd name="connsiteX1" fmla="*/ 341203 w 3617595"/>
              <a:gd name="connsiteY1" fmla="*/ 4262120 h 4262120"/>
              <a:gd name="connsiteX2" fmla="*/ 0 w 3617595"/>
              <a:gd name="connsiteY2" fmla="*/ 4262120 h 4262120"/>
              <a:gd name="connsiteX3" fmla="*/ 0 w 3617595"/>
              <a:gd name="connsiteY3" fmla="*/ 0 h 4262120"/>
              <a:gd name="connsiteX4" fmla="*/ 3617595 w 3617595"/>
              <a:gd name="connsiteY4" fmla="*/ 0 h 4262120"/>
              <a:gd name="connsiteX5" fmla="*/ 3617595 w 3617595"/>
              <a:gd name="connsiteY5" fmla="*/ 4262120 h 4262120"/>
              <a:gd name="connsiteX6" fmla="*/ 3598761 w 3617595"/>
              <a:gd name="connsiteY6" fmla="*/ 4262120 h 4262120"/>
              <a:gd name="connsiteX7" fmla="*/ 3617595 w 3617595"/>
              <a:gd name="connsiteY7" fmla="*/ 4245748 h 4262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7595" h="4262120">
                <a:moveTo>
                  <a:pt x="3617595" y="1413996"/>
                </a:moveTo>
                <a:lnTo>
                  <a:pt x="341203" y="4262120"/>
                </a:lnTo>
                <a:lnTo>
                  <a:pt x="0" y="4262120"/>
                </a:lnTo>
                <a:lnTo>
                  <a:pt x="0" y="0"/>
                </a:lnTo>
                <a:lnTo>
                  <a:pt x="3617595" y="0"/>
                </a:lnTo>
                <a:close/>
                <a:moveTo>
                  <a:pt x="3617595" y="4262120"/>
                </a:moveTo>
                <a:lnTo>
                  <a:pt x="3598761" y="4262120"/>
                </a:lnTo>
                <a:lnTo>
                  <a:pt x="3617595" y="4245748"/>
                </a:lnTo>
                <a:close/>
              </a:path>
            </a:pathLst>
          </a:custGeom>
          <a:ln>
            <a:noFill/>
          </a:ln>
        </p:spPr>
      </p:pic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-156210" y="-17145"/>
            <a:ext cx="12952095" cy="8042910"/>
            <a:chOff x="-246" y="-27"/>
            <a:chExt cx="20397" cy="12666"/>
          </a:xfrm>
        </p:grpSpPr>
        <p:pic>
          <p:nvPicPr>
            <p:cNvPr id="9" name="图片 8" descr="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0" y="-27"/>
              <a:ext cx="5085" cy="4913"/>
            </a:xfrm>
            <a:prstGeom prst="rect">
              <a:avLst/>
            </a:prstGeom>
          </p:spPr>
        </p:pic>
        <p:pic>
          <p:nvPicPr>
            <p:cNvPr id="12" name="图片 11" descr="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13897" y="4867"/>
              <a:ext cx="6255" cy="6712"/>
            </a:xfrm>
            <a:prstGeom prst="rect">
              <a:avLst/>
            </a:prstGeom>
          </p:spPr>
        </p:pic>
        <p:pic>
          <p:nvPicPr>
            <p:cNvPr id="7" name="图片 6" descr="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2468" y="-27"/>
              <a:ext cx="6711" cy="4947"/>
            </a:xfrm>
            <a:prstGeom prst="rect">
              <a:avLst/>
            </a:prstGeom>
          </p:spPr>
        </p:pic>
        <p:pic>
          <p:nvPicPr>
            <p:cNvPr id="8" name="图片 7" descr="2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 cstate="email"/>
            <a:stretch>
              <a:fillRect/>
            </a:stretch>
          </p:blipFill>
          <p:spPr>
            <a:xfrm>
              <a:off x="-246" y="4867"/>
              <a:ext cx="6034" cy="5948"/>
            </a:xfrm>
            <a:prstGeom prst="rect">
              <a:avLst/>
            </a:prstGeom>
          </p:spPr>
        </p:pic>
        <p:pic>
          <p:nvPicPr>
            <p:cNvPr id="15" name="图片 14" descr="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" cstate="email"/>
            <a:srcRect/>
            <a:stretch>
              <a:fillRect/>
            </a:stretch>
          </p:blipFill>
          <p:spPr>
            <a:xfrm rot="1800000">
              <a:off x="8685" y="5927"/>
              <a:ext cx="5697" cy="6712"/>
            </a:xfrm>
            <a:custGeom>
              <a:avLst/>
              <a:gdLst>
                <a:gd name="connsiteX0" fmla="*/ 0 w 3617595"/>
                <a:gd name="connsiteY0" fmla="*/ 0 h 4262120"/>
                <a:gd name="connsiteX1" fmla="*/ 3617595 w 3617595"/>
                <a:gd name="connsiteY1" fmla="*/ 0 h 4262120"/>
                <a:gd name="connsiteX2" fmla="*/ 3617595 w 3617595"/>
                <a:gd name="connsiteY2" fmla="*/ 2199068 h 4262120"/>
                <a:gd name="connsiteX3" fmla="*/ 44283 w 3617595"/>
                <a:gd name="connsiteY3" fmla="*/ 4262120 h 4262120"/>
                <a:gd name="connsiteX4" fmla="*/ 0 w 3617595"/>
                <a:gd name="connsiteY4" fmla="*/ 4262120 h 4262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7595" h="4262120">
                  <a:moveTo>
                    <a:pt x="0" y="0"/>
                  </a:moveTo>
                  <a:lnTo>
                    <a:pt x="3617595" y="0"/>
                  </a:lnTo>
                  <a:lnTo>
                    <a:pt x="3617595" y="2199068"/>
                  </a:lnTo>
                  <a:lnTo>
                    <a:pt x="44283" y="4262120"/>
                  </a:lnTo>
                  <a:lnTo>
                    <a:pt x="0" y="4262120"/>
                  </a:lnTo>
                  <a:close/>
                </a:path>
              </a:pathLst>
            </a:custGeom>
          </p:spPr>
        </p:pic>
        <p:pic>
          <p:nvPicPr>
            <p:cNvPr id="11" name="图片 10" descr="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 cstate="email"/>
            <a:stretch>
              <a:fillRect/>
            </a:stretch>
          </p:blipFill>
          <p:spPr>
            <a:xfrm rot="2700000">
              <a:off x="5337" y="8209"/>
              <a:ext cx="2171" cy="2434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485" y="5377"/>
              <a:ext cx="5557" cy="459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1327" y="782"/>
              <a:ext cx="5557" cy="4595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2518" y="782"/>
              <a:ext cx="5557" cy="4595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7042" y="6918"/>
              <a:ext cx="5557" cy="459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22" cstate="email"/>
            <a:stretch>
              <a:fillRect/>
            </a:stretch>
          </p:blipFill>
          <p:spPr>
            <a:xfrm>
              <a:off x="1485" y="4131"/>
              <a:ext cx="647" cy="538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 cstate="email"/>
            <a:stretch>
              <a:fillRect/>
            </a:stretch>
          </p:blipFill>
          <p:spPr>
            <a:xfrm>
              <a:off x="16884" y="4229"/>
              <a:ext cx="743" cy="741"/>
            </a:xfrm>
            <a:prstGeom prst="rect">
              <a:avLst/>
            </a:prstGeom>
          </p:spPr>
        </p:pic>
      </p:grpSp>
      <p:sp>
        <p:nvSpPr>
          <p:cNvPr id="20" name="标题 19"/>
          <p:cNvSpPr>
            <a:spLocks noGrp="1"/>
          </p:cNvSpPr>
          <p:nvPr>
            <p:ph type="ctrTitle" hasCustomPrompt="1"/>
            <p:custDataLst>
              <p:tags r:id="rId25"/>
            </p:custDataLst>
          </p:nvPr>
        </p:nvSpPr>
        <p:spPr>
          <a:xfrm>
            <a:off x="2264400" y="2196000"/>
            <a:ext cx="7664400" cy="1324800"/>
          </a:xfrm>
        </p:spPr>
        <p:txBody>
          <a:bodyPr anchor="b">
            <a:normAutofit/>
          </a:bodyPr>
          <a:lstStyle>
            <a:lvl1pPr algn="ctr">
              <a:defRPr sz="8000" b="1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 smtClean="0"/>
              <a:t>编辑</a:t>
            </a:r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29" name="副标题 2"/>
          <p:cNvSpPr>
            <a:spLocks noGrp="1"/>
          </p:cNvSpPr>
          <p:nvPr>
            <p:ph type="subTitle" idx="1" hasCustomPrompt="1"/>
            <p:custDataLst>
              <p:tags r:id="rId26"/>
            </p:custDataLst>
          </p:nvPr>
        </p:nvSpPr>
        <p:spPr>
          <a:xfrm>
            <a:off x="4708800" y="3542400"/>
            <a:ext cx="2775600" cy="453600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30"/>
            </p:custDataLst>
          </p:nvPr>
        </p:nvSpPr>
        <p:spPr>
          <a:xfrm>
            <a:off x="3484800" y="4356000"/>
            <a:ext cx="2214000" cy="374400"/>
          </a:xfrm>
        </p:spPr>
        <p:txBody>
          <a:bodyPr/>
          <a:lstStyle>
            <a:lvl1pPr marL="0" indent="0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4" hasCustomPrompt="1"/>
            <p:custDataLst>
              <p:tags r:id="rId31"/>
            </p:custDataLst>
          </p:nvPr>
        </p:nvSpPr>
        <p:spPr>
          <a:xfrm>
            <a:off x="6705600" y="4356000"/>
            <a:ext cx="1946275" cy="374400"/>
          </a:xfrm>
        </p:spPr>
        <p:txBody>
          <a:bodyPr/>
          <a:lstStyle>
            <a:lvl1pPr marL="0" indent="0" algn="r" eaLnBrk="1" fontAlgn="auto" latinLnBrk="0" hangingPunct="1">
              <a:lnSpc>
                <a:spcPct val="120000"/>
              </a:lnSpc>
              <a:buNone/>
              <a:defRPr sz="15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75445" y="4060190"/>
            <a:ext cx="2917190" cy="28200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1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9630"/>
            <a:chOff x="2157" y="1563"/>
            <a:chExt cx="14730" cy="7338"/>
          </a:xfrm>
        </p:grpSpPr>
        <p:pic>
          <p:nvPicPr>
            <p:cNvPr id="8" name="图片 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3"/>
              <a:ext cx="4396" cy="4249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31" name="图片 30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3358800" y="3254400"/>
            <a:ext cx="5475600" cy="770400"/>
          </a:xfrm>
        </p:spPr>
        <p:txBody>
          <a:bodyPr anchor="b">
            <a:normAutofit/>
          </a:bodyPr>
          <a:lstStyle>
            <a:lvl1pPr algn="ctr" eaLnBrk="1" fontAlgn="auto" latinLnBrk="0" hangingPunct="1">
              <a:defRPr sz="4000" b="1" u="none" strike="noStrike" kern="1200" cap="none" spc="6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3744000" y="4064400"/>
            <a:ext cx="4705200" cy="4536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sz="1400" spc="3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472295" y="4229100"/>
            <a:ext cx="2719705" cy="26289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rmAutofit/>
          </a:bodyPr>
          <a:lstStyle>
            <a:lvl1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254490" y="4018915"/>
            <a:ext cx="2937510" cy="283908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1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2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3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4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2"/>
            </p:custDataLst>
          </p:nvPr>
        </p:nvSpPr>
        <p:spPr>
          <a:xfrm>
            <a:off x="202565" y="194310"/>
            <a:ext cx="11798300" cy="64712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>
            <p:custDataLst>
              <p:tags r:id="rId3"/>
            </p:custDataLst>
          </p:nvPr>
        </p:nvSpPr>
        <p:spPr>
          <a:xfrm>
            <a:off x="-12065" y="0"/>
            <a:ext cx="12204065" cy="6858000"/>
          </a:xfrm>
          <a:prstGeom prst="rect">
            <a:avLst/>
          </a:prstGeom>
          <a:noFill/>
          <a:ln>
            <a:solidFill>
              <a:schemeClr val="accent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304800" y="2965450"/>
            <a:ext cx="4026535" cy="27711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114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1053465" y="194310"/>
            <a:ext cx="4026535" cy="27711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4331335" y="3894455"/>
            <a:ext cx="4026535" cy="277114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 cstate="email"/>
          <a:stretch>
            <a:fillRect/>
          </a:stretch>
        </p:blipFill>
        <p:spPr>
          <a:xfrm>
            <a:off x="304800" y="2214245"/>
            <a:ext cx="468630" cy="3244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 rot="10800000">
            <a:off x="9109075" y="3877945"/>
            <a:ext cx="3082925" cy="298005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1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2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351405" cy="22733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0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1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email"/>
          <a:stretch>
            <a:fillRect/>
          </a:stretch>
        </p:blipFill>
        <p:spPr>
          <a:xfrm>
            <a:off x="0" y="0"/>
            <a:ext cx="2040890" cy="197294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435850" y="194310"/>
            <a:ext cx="4026535" cy="27705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email"/>
          <a:stretch>
            <a:fillRect/>
          </a:stretch>
        </p:blipFill>
        <p:spPr>
          <a:xfrm>
            <a:off x="11462385" y="2273300"/>
            <a:ext cx="538480" cy="44704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" cstate="email"/>
          <a:stretch>
            <a:fillRect/>
          </a:stretch>
        </p:blipFill>
        <p:spPr>
          <a:xfrm>
            <a:off x="729615" y="2496820"/>
            <a:ext cx="4026535" cy="277050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 cstate="email"/>
          <a:stretch>
            <a:fillRect/>
          </a:stretch>
        </p:blipFill>
        <p:spPr>
          <a:xfrm rot="19800000">
            <a:off x="374650" y="5380355"/>
            <a:ext cx="538480" cy="44704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38605" y="1299845"/>
            <a:ext cx="9042400" cy="42151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369695" y="1185545"/>
            <a:ext cx="9353550" cy="44672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A4D5CF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1369695" y="992505"/>
            <a:ext cx="9353550" cy="4657725"/>
            <a:chOff x="2157" y="1563"/>
            <a:chExt cx="14730" cy="7335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 cstate="email"/>
            <a:stretch>
              <a:fillRect/>
            </a:stretch>
          </p:blipFill>
          <p:spPr>
            <a:xfrm>
              <a:off x="2157" y="1867"/>
              <a:ext cx="4825" cy="466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3137" y="7049"/>
              <a:ext cx="647" cy="538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flipH="1" flipV="1">
              <a:off x="12491" y="4650"/>
              <a:ext cx="4396" cy="4249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880" y="4446"/>
              <a:ext cx="4513" cy="3141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1198" y="1895"/>
              <a:ext cx="4513" cy="3141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4183" y="1563"/>
              <a:ext cx="4513" cy="3141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8392" y="4856"/>
              <a:ext cx="4513" cy="314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 cstate="email"/>
            <a:stretch>
              <a:fillRect/>
            </a:stretch>
          </p:blipFill>
          <p:spPr>
            <a:xfrm>
              <a:off x="15849" y="3919"/>
              <a:ext cx="603" cy="50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 cstate="email"/>
            <a:stretch>
              <a:fillRect/>
            </a:stretch>
          </p:blipFill>
          <p:spPr>
            <a:xfrm>
              <a:off x="5670" y="2509"/>
              <a:ext cx="525" cy="368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0"/>
            </p:custDataLst>
          </p:nvPr>
        </p:nvSpPr>
        <p:spPr>
          <a:xfrm>
            <a:off x="2908800" y="2696400"/>
            <a:ext cx="6675968" cy="1746682"/>
          </a:xfrm>
        </p:spPr>
        <p:txBody>
          <a:bodyPr anchor="ctr" anchorCtr="0">
            <a:normAutofit/>
          </a:bodyPr>
          <a:lstStyle>
            <a:lvl1pPr algn="ctr">
              <a:defRPr sz="6000" b="1" u="none" strike="noStrike" kern="1200" cap="none" spc="3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6" name="图片 5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 userDrawn="1">
              <p:custDataLst>
                <p:tags r:id="rId5"/>
              </p:custDataLst>
            </p:nvPr>
          </p:nvPicPr>
          <p:blipFill>
            <a:blip r:embed="rId4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/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>
            <p:custDataLst>
              <p:tags r:id="rId2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1" y="0"/>
            <a:ext cx="12191998" cy="6858000"/>
            <a:chOff x="1" y="0"/>
            <a:chExt cx="12191998" cy="6858000"/>
          </a:xfrm>
        </p:grpSpPr>
        <p:pic>
          <p:nvPicPr>
            <p:cNvPr id="14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1" y="0"/>
              <a:ext cx="1442720" cy="1394579"/>
            </a:xfrm>
            <a:prstGeom prst="rect">
              <a:avLst/>
            </a:prstGeom>
          </p:spPr>
        </p:pic>
        <p:pic>
          <p:nvPicPr>
            <p:cNvPr id="15" name="图片 14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 userDrawn="1">
              <p:custDataLst>
                <p:tags r:id="rId7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8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12"/>
              </p:custDataLst>
            </p:nvPr>
          </p:nvPicPr>
          <p:blipFill>
            <a:blip r:embed="rId10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>
            <p:custDataLst>
              <p:tags r:id="rId3"/>
            </p:custDataLst>
          </p:nvPr>
        </p:nvGrpSpPr>
        <p:grpSpPr>
          <a:xfrm>
            <a:off x="374333" y="194531"/>
            <a:ext cx="11817666" cy="6663469"/>
            <a:chOff x="374333" y="194531"/>
            <a:chExt cx="11817666" cy="6663469"/>
          </a:xfrm>
        </p:grpSpPr>
        <p:pic>
          <p:nvPicPr>
            <p:cNvPr id="17" name="图片 1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10749279" y="5463421"/>
              <a:ext cx="1442720" cy="1394579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436074" y="194531"/>
              <a:ext cx="4026468" cy="2770813"/>
            </a:xfrm>
            <a:prstGeom prst="rect">
              <a:avLst/>
            </a:prstGeom>
          </p:spPr>
        </p:pic>
        <p:pic>
          <p:nvPicPr>
            <p:cNvPr id="19" name="图片 18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>
              <a:off x="11462542" y="2273093"/>
              <a:ext cx="538360" cy="446827"/>
            </a:xfrm>
            <a:prstGeom prst="rect">
              <a:avLst/>
            </a:prstGeom>
          </p:spPr>
        </p:pic>
        <p:pic>
          <p:nvPicPr>
            <p:cNvPr id="20" name="图片 19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7" cstate="email"/>
            <a:stretch>
              <a:fillRect/>
            </a:stretch>
          </p:blipFill>
          <p:spPr>
            <a:xfrm>
              <a:off x="729459" y="2496506"/>
              <a:ext cx="4026468" cy="2770813"/>
            </a:xfrm>
            <a:prstGeom prst="rect">
              <a:avLst/>
            </a:prstGeom>
          </p:spPr>
        </p:pic>
        <p:pic>
          <p:nvPicPr>
            <p:cNvPr id="21" name="图片 20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>
            <a:blip r:embed="rId9" cstate="email"/>
            <a:stretch>
              <a:fillRect/>
            </a:stretch>
          </p:blipFill>
          <p:spPr>
            <a:xfrm rot="19800000">
              <a:off x="374333" y="5380277"/>
              <a:ext cx="538360" cy="446827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spc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6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7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8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9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0" y="0"/>
            <a:ext cx="12191999" cy="6857999"/>
            <a:chOff x="0" y="0"/>
            <a:chExt cx="12191999" cy="6857999"/>
          </a:xfrm>
        </p:grpSpPr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>
              <a:off x="0" y="0"/>
              <a:ext cx="3393463" cy="3280229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5" cstate="email"/>
            <a:stretch>
              <a:fillRect/>
            </a:stretch>
          </p:blipFill>
          <p:spPr>
            <a:xfrm rot="10800000">
              <a:off x="8798536" y="3577770"/>
              <a:ext cx="3393463" cy="3280229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spc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26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227.xml"/><Relationship Id="rId3" Type="http://schemas.openxmlformats.org/officeDocument/2006/relationships/image" Target="../media/image20.png"/><Relationship Id="rId2" Type="http://schemas.microsoft.com/office/2007/relationships/media" Target="../media/media1.mp3"/><Relationship Id="rId1" Type="http://schemas.openxmlformats.org/officeDocument/2006/relationships/audio" Target="NUL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microsoft.com/office/2007/relationships/media" Target="../media/media2.mp3"/><Relationship Id="rId1" Type="http://schemas.openxmlformats.org/officeDocument/2006/relationships/audio" Target="../media/media2.mp3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8.xml"/><Relationship Id="rId1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9.xml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0.xml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1.xml"/><Relationship Id="rId1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2.xml"/><Relationship Id="rId1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3.xml"/><Relationship Id="rId1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35.xml"/><Relationship Id="rId2" Type="http://schemas.openxmlformats.org/officeDocument/2006/relationships/image" Target="../media/image33.png"/><Relationship Id="rId1" Type="http://schemas.openxmlformats.org/officeDocument/2006/relationships/tags" Target="../tags/tag234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6385" y="2143125"/>
            <a:ext cx="7522210" cy="2386965"/>
          </a:xfrm>
        </p:spPr>
        <p:txBody>
          <a:bodyPr>
            <a:normAutofit/>
          </a:bodyPr>
          <a:lstStyle/>
          <a:p>
            <a:pPr algn="ctr">
              <a:buClrTx/>
              <a:buSzTx/>
              <a:buFontTx/>
            </a:pPr>
            <a:r>
              <a:rPr lang="en-US" altLang="zh-CN" sz="266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zhèɡe xīnɡqītiān nǐ mánɡbumánɡ？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10  这个   星 期 天  你  忙 不 忙？ 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Lesson 10  Are you busy this sunday?</a:t>
            </a:r>
            <a:b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</a:b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sz="266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</a:t>
            </a:r>
            <a:endParaRPr lang="en-US" altLang="zh-CN" sz="2660" b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358005"/>
            <a:ext cx="2499995" cy="24999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36150" y="0"/>
            <a:ext cx="2355850" cy="23558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13915" y="390525"/>
            <a:ext cx="4512310" cy="6077585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dàjiā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大 家:everyone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lèi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累:tired 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有一点儿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+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adj  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juéd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        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觉 得:think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feel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xiūxi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休 息:have a rest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yíxià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一下:used after a verb to indicate one action or one try 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4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10-7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>
                  <p14:trim st="5350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426825" y="199390"/>
            <a:ext cx="495300" cy="495300"/>
          </a:xfrm>
          <a:prstGeom prst="rect">
            <a:avLst/>
          </a:prstGeom>
        </p:spPr>
      </p:pic>
      <p:sp>
        <p:nvSpPr>
          <p:cNvPr id="5" name="内容占位符 2"/>
          <p:cNvSpPr>
            <a:spLocks noGrp="1"/>
          </p:cNvSpPr>
          <p:nvPr/>
        </p:nvSpPr>
        <p:spPr>
          <a:xfrm>
            <a:off x="7322185" y="389890"/>
            <a:ext cx="3524885" cy="6077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xiǎo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小:small, little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cháɡuǎn 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 茶 馆:tea house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chá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茶：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tea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hē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喝:drink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yìdi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ǎ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一 点儿:a little,a bit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7" dur="254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1957070" y="2080895"/>
            <a:ext cx="8973820" cy="2880995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 fontScale="25000"/>
          </a:bodyPr>
          <a:p>
            <a:pPr marL="0" indent="0" fontAlgn="base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000" b="1" strike="noStrike" noProof="1" dirty="0">
                <a:sym typeface="+mn-ea"/>
              </a:rPr>
              <a:t> </a:t>
            </a:r>
            <a:endParaRPr lang="zh-CN" altLang="zh-CN" sz="2000" b="1">
              <a:sym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大家  好！(Hello! everyone!)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今 天   是  林 娜 的   生 日， 大 家  想    请  她  吃 饭。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(Today is Linna's birthday. Everyone wants to invite her to dinner.)</a:t>
            </a:r>
            <a:endParaRPr lang="en-US" altLang="zh-CN" sz="8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8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endParaRPr lang="en-US" altLang="zh-CN" sz="4000" dirty="0" err="1" smtClean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buNone/>
            </a:pPr>
            <a:endParaRPr lang="zh-CN" altLang="en-US" sz="4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957070" y="887095"/>
            <a:ext cx="33000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dàjiā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大 家:everyone 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464560" y="3684905"/>
            <a:ext cx="10668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lín nà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7" name="内容占位符 2"/>
          <p:cNvSpPr>
            <a:spLocks noGrp="1"/>
          </p:cNvSpPr>
          <p:nvPr>
            <p:ph idx="1"/>
          </p:nvPr>
        </p:nvSpPr>
        <p:spPr>
          <a:xfrm>
            <a:off x="4462145" y="1546860"/>
            <a:ext cx="3589020" cy="354076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>
            <a:normAutofit/>
          </a:bodyPr>
          <a:p>
            <a:pPr algn="l" fontAlgn="base">
              <a:lnSpc>
                <a:spcPct val="80000"/>
              </a:lnSpc>
              <a:buClrTx/>
              <a:buSzTx/>
            </a:pPr>
            <a:endParaRPr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很 累(Very tired) </a:t>
            </a:r>
            <a:endParaRPr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不累 </a:t>
            </a: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(not tired) </a:t>
            </a:r>
            <a:endParaRPr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zh-CN" altLang="en-US"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现 在  你 累  吗？</a:t>
            </a:r>
            <a:endParaRPr sz="2105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 fontAlgn="base">
              <a:lnSpc>
                <a:spcPct val="80000"/>
              </a:lnSpc>
              <a:buClrTx/>
              <a:buSzTx/>
            </a:pPr>
            <a:r>
              <a:rPr sz="2105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(Are you tired now?)  </a:t>
            </a:r>
            <a:endParaRPr lang="zh-CN" altLang="en-US" sz="2105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40915" y="2549525"/>
            <a:ext cx="254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lèi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累:tired </a:t>
            </a:r>
            <a:endParaRPr lang="zh-CN" altLang="en-US" sz="2000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t="34430" r="117"/>
          <a:stretch>
            <a:fillRect/>
          </a:stretch>
        </p:blipFill>
        <p:spPr>
          <a:xfrm>
            <a:off x="8051165" y="80645"/>
            <a:ext cx="3905885" cy="26841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2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916305" y="2600325"/>
            <a:ext cx="267589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juéd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e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觉 得:think</a:t>
            </a:r>
            <a:r>
              <a:rPr lang="zh-CN" altLang="en-US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feel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774440" y="1457960"/>
            <a:ext cx="5650865" cy="45770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现 在  你  觉得 累  吗？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(Are you feeling tired now?)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觉 得 北 航   大 吗？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(Do you think Beihang is big?)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你 觉 得  中  国 人  多  吗？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(Do you think there are many Chinese?)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794000" y="441325"/>
            <a:ext cx="7621905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xiūxi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休 息:have a rest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yíxià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一下:used after a verb to indicate one action or one try 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2676525" y="2683510"/>
            <a:ext cx="39281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我们休息一下吧。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6000" y="3817620"/>
            <a:ext cx="4000500" cy="22091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794000" y="441325"/>
            <a:ext cx="76219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yíxià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5 一下:used after a verb to indicate one action or one try 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2325370" y="2178685"/>
            <a:ext cx="57499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V+ 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一下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休息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一下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去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一下</a:t>
            </a:r>
            <a:r>
              <a:rPr lang="en-US" altLang="zh-CN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</a:t>
            </a:r>
            <a:r>
              <a:rPr lang="zh-CN" altLang="en-US" sz="24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卫生间（wèi shēnɡ jiān）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4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518920" y="2600325"/>
            <a:ext cx="301561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xiǎo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6 小:small, little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cháɡuǎn 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7  茶 馆:tea house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19930" y="2277745"/>
            <a:ext cx="46418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这个苹果很小。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看，那儿有一个小茶馆。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7918450" y="453390"/>
            <a:ext cx="3337560" cy="20046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340" y="4076700"/>
            <a:ext cx="3716655" cy="26238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内容占位符 4" descr="老舍茶馆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933825" y="4076700"/>
            <a:ext cx="3347085" cy="2510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829310" y="1630680"/>
            <a:ext cx="3015615" cy="31997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defTabSz="914400" fontAlgn="base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hē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 喝:drink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chá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茶：</a:t>
            </a: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tea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hónɡchá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红  茶: black tea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lǜchá 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绿 茶: green tea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defTabSz="914400" fontAlgn="base">
              <a:lnSpc>
                <a:spcPct val="80000"/>
              </a:lnSpc>
              <a:buClrTx/>
              <a:buSzTx/>
              <a:buFontTx/>
              <a:buNone/>
            </a:pP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844925" y="1630680"/>
            <a:ext cx="2893695" cy="3200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0000" tIns="46800" rIns="90000" bIns="46800" rtlCol="0" anchor="t">
            <a:normAutofit lnSpcReduction="10000"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0" normalizeH="0" baseline="0" noProof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strike="noStrike" noProof="1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endParaRPr lang="en-US" altLang="zh-CN" sz="200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宋体" panose="02010600030101010101" pitchFamily="2" charset="-122"/>
            </a:endParaRPr>
          </a:p>
          <a:p>
            <a:pPr marL="0" algn="l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hēchá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喝茶 drink tea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50000"/>
              </a:lnSpc>
              <a:buClrTx/>
              <a:buSzTx/>
              <a:buFontTx/>
              <a:buNone/>
            </a:pP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algn="l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hēkāfēi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喝咖啡  drink coffee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hēshuǐ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5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喝 水 drink water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000" strike="noStrike" noProof="1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64705" y="1703070"/>
            <a:ext cx="336931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你想喝什么？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</a:rPr>
              <a:t>你想喝什么茶？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05" name="图片 104"/>
          <p:cNvPicPr/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84060" y="3703003"/>
            <a:ext cx="4381500" cy="2714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211455" y="80645"/>
            <a:ext cx="2530475" cy="2000250"/>
            <a:chOff x="-369505" y="0"/>
            <a:chExt cx="2268244" cy="1828800"/>
          </a:xfrm>
        </p:grpSpPr>
        <p:sp>
          <p:nvSpPr>
            <p:cNvPr id="6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369505" y="412576"/>
              <a:ext cx="2268244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b="1">
                  <a:solidFill>
                    <a:srgbClr val="00B050"/>
                  </a:solidFill>
                  <a:sym typeface="+mn-ea"/>
                </a:rPr>
                <a:t>生 词</a:t>
              </a:r>
              <a:r>
                <a:rPr lang="en-US" b="1">
                  <a:solidFill>
                    <a:srgbClr val="00B050"/>
                  </a:solidFill>
                  <a:sym typeface="+mn-ea"/>
                </a:rPr>
                <a:t>:</a:t>
              </a:r>
              <a:r>
                <a:rPr lang="en-US" altLang="zh-CN" b="1">
                  <a:solidFill>
                    <a:srgbClr val="00B050"/>
                  </a:solidFill>
                  <a:sym typeface="+mn-ea"/>
                </a:rPr>
                <a:t>new words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794000" y="441325"/>
            <a:ext cx="76219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yìdi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ǎ</a:t>
            </a: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nr </a:t>
            </a:r>
            <a:endParaRPr lang="en-US" altLang="zh-CN" sz="200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 defTabSz="914400" rtl="0" fontAlgn="base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00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9 一 点儿:a little,a bit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2240915" y="5826125"/>
            <a:ext cx="13716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240915" y="1959610"/>
            <a:ext cx="674878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      V   +  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一点儿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 +O</a:t>
            </a:r>
            <a:endParaRPr lang="en-US" altLang="zh-CN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en-US" altLang="zh-CN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我想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zh-CN" altLang="en-US" sz="28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喝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r>
              <a:rPr lang="zh-CN" altLang="en-US" sz="280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一点儿</a:t>
            </a:r>
            <a:r>
              <a:rPr lang="en-US" altLang="zh-CN" sz="2800">
                <a:solidFill>
                  <a:srgbClr val="0070C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  <a:r>
              <a:rPr lang="en-US" altLang="zh-CN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 </a:t>
            </a:r>
            <a:r>
              <a:rPr lang="zh-CN" altLang="en-US" sz="280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水</a:t>
            </a:r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我想买一点儿苹果。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r>
              <a:rPr lang="zh-CN" altLang="en-US" sz="2800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我想吃一点儿面包。</a:t>
            </a:r>
            <a:endParaRPr lang="zh-CN" altLang="en-US" sz="2800"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文三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three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531110" y="182245"/>
            <a:ext cx="7282180" cy="60985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cuīhào：dàjiā lèi bu lèi？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崔 浩： 大家  累  不 累？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lèi！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累！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mǎdīnɡ：wǒ yě juédé hěn lèi，wǒmen xiūxi yíxià bɑ。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马丁：  我 也  觉得 很  累， 我们  休 息 一下  吧。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cuīhào：qiánbiɑn yǒu yíɡè xiǎo chá ɡuǎn，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崔 浩：  前  边  有  一个 小   茶  馆 ，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wǒmen qù nàr  hē yì di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ǎ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nr chá， hǎo bu hǎo？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我们  去 那儿 喝 一 点儿  茶，  好  不 好？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dàjiā： hǎo ā！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大家：  好 啊！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10-8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518265" y="37211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文一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three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3683635" y="887730"/>
            <a:ext cx="5993765" cy="469582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2000" b="1">
                <a:sym typeface="+mn-ea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dàjiā lèi mɑ？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  大家  累 吗？ </a:t>
            </a:r>
            <a:endParaRPr lang="en-US" sz="4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mǎdīnɡ xiǎnɡ zuò shénme？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  马 丁   想    做  什 么？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qiánbiɑn yǒu shénme？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  前  边   有   什 么？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cuīhào xiǎnɡ hé dàjiā yìqǐ zuò shénme？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4  崔 浩   想   和 大 家 一起 做   什 么？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R="0" algn="just" defTabSz="914400" rtl="0" eaLnBrk="1" latinLnBrk="0" hangingPunct="1">
              <a:lnSpc>
                <a:spcPct val="100000"/>
              </a:lnSpc>
              <a:spcBef>
                <a:spcPct val="20000"/>
              </a:spcBef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 descr="u=635876766,1860840709&amp;fm=26&amp;gp=0[1]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r="5234" b="17454"/>
          <a:stretch>
            <a:fillRect/>
          </a:stretch>
        </p:blipFill>
        <p:spPr>
          <a:xfrm rot="20460000">
            <a:off x="2012950" y="78740"/>
            <a:ext cx="1272540" cy="909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3367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课</a:t>
              </a:r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文三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:</a:t>
              </a:r>
              <a:r>
                <a:rPr 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Text </a:t>
              </a: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three</a:t>
              </a:r>
              <a:endParaRPr lang="en-US" altLang="en-GB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sp>
        <p:nvSpPr>
          <p:cNvPr id="2" name="圆角矩形 1"/>
          <p:cNvSpPr/>
          <p:nvPr/>
        </p:nvSpPr>
        <p:spPr>
          <a:xfrm>
            <a:off x="2531110" y="182245"/>
            <a:ext cx="7282180" cy="609854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崔 浩： 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大家  累 不 累？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línnà：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林 娜： 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累！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mǎdīnɡ：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马丁：  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我 也 觉得 很  累， 我们  休 息 一下  吧。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cuīhào：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崔 浩：  前  边  有  一个 小  茶 馆 ，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 我们  去 那儿 喝 一 点儿 茶，  好 不 好？</a:t>
            </a: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dàjiā： </a:t>
            </a: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just">
              <a:buClrTx/>
              <a:buSzTx/>
              <a:buFontTx/>
            </a:pPr>
            <a:r>
              <a:rPr lang="en-US" sz="2000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大家：  </a:t>
            </a:r>
            <a:r>
              <a:rPr lang="en-US" sz="2400" dirty="0" smtClean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好 啊！ </a:t>
            </a:r>
            <a:endParaRPr lang="en-US" sz="2400" dirty="0" smtClean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  <a:p>
            <a:pPr algn="just">
              <a:buClrTx/>
              <a:buSzTx/>
              <a:buFontTx/>
            </a:pPr>
            <a:endParaRPr lang="en-US" sz="2000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3" name="10-8">
            <a:hlinkClick r:id="" action="ppaction://media"/>
          </p:cNvPr>
          <p:cNvPicPr/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518265" y="372110"/>
            <a:ext cx="495300" cy="495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975" y="960120"/>
            <a:ext cx="11775440" cy="43834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完成练习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exercise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300" y="1517015"/>
            <a:ext cx="7859395" cy="42106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完成练习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exercise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-3269" b="44252"/>
          <a:stretch>
            <a:fillRect/>
          </a:stretch>
        </p:blipFill>
        <p:spPr>
          <a:xfrm>
            <a:off x="1291590" y="1364615"/>
            <a:ext cx="11059160" cy="42081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1"/>
          <p:cNvGrpSpPr/>
          <p:nvPr/>
        </p:nvGrpSpPr>
        <p:grpSpPr>
          <a:xfrm>
            <a:off x="-211455" y="80645"/>
            <a:ext cx="3188335" cy="2363470"/>
            <a:chOff x="-369505" y="0"/>
            <a:chExt cx="2268244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Text Box 7"/>
            <p:cNvSpPr txBox="1"/>
            <p:nvPr/>
          </p:nvSpPr>
          <p:spPr>
            <a:xfrm rot="-2534154">
              <a:off x="-369505" y="412576"/>
              <a:ext cx="2268244" cy="6063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完成练习</a:t>
              </a:r>
              <a:endParaRPr lang="zh-CN" altLang="en-US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b="1" dirty="0">
                  <a:solidFill>
                    <a:srgbClr val="00B05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Complete exercise</a:t>
              </a:r>
              <a:endParaRPr lang="en-US" altLang="zh-CN" b="1" dirty="0">
                <a:solidFill>
                  <a:srgbClr val="00B0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sym typeface="+mn-ea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51701" r="27950"/>
          <a:stretch>
            <a:fillRect/>
          </a:stretch>
        </p:blipFill>
        <p:spPr>
          <a:xfrm>
            <a:off x="1994535" y="1242060"/>
            <a:ext cx="9258300" cy="43745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1470" y="186055"/>
            <a:ext cx="11236325" cy="64858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05" y="628650"/>
            <a:ext cx="11099800" cy="51187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5614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US" altLang="en-GB" sz="16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supplementary words</a:t>
              </a:r>
              <a:endParaRPr lang="en-US" altLang="en-GB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en-GB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89890" y="2293620"/>
          <a:ext cx="6774180" cy="172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6210"/>
                <a:gridCol w="2604770"/>
                <a:gridCol w="1473200"/>
              </a:tblGrid>
              <a:tr h="863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Notice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Calibri" panose="020F0502020204030204" charset="0"/>
                          <a:cs typeface="Calibri" panose="020F0502020204030204" charset="0"/>
                        </a:rPr>
                        <a:t>xiāo xi tōng zhī </a:t>
                      </a:r>
                      <a:endParaRPr lang="en-US" altLang="en-US" sz="20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消息通知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>
                      <a:solidFill>
                        <a:schemeClr val="tx1"/>
                      </a:solidFill>
                      <a:prstDash val="soli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63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Announcement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Calibri" panose="020F0502020204030204" charset="0"/>
                          <a:cs typeface="Calibri" panose="020F0502020204030204" charset="0"/>
                        </a:rPr>
                        <a:t>tōng zhī gōng gào </a:t>
                      </a:r>
                      <a:endParaRPr lang="en-US" altLang="en-US" sz="2000" b="0">
                        <a:latin typeface="Calibri" panose="020F0502020204030204" charset="0"/>
                        <a:ea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通知公告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9485" y="0"/>
            <a:ext cx="3612515" cy="45891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321290" y="151130"/>
            <a:ext cx="1715135" cy="39878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indent="0">
              <a:buNone/>
            </a:pPr>
            <a:r>
              <a:rPr lang="en-US" sz="2000">
                <a:latin typeface="Calibri" panose="020F0502020204030204" charset="0"/>
                <a:cs typeface="Calibri" panose="020F0502020204030204" charset="0"/>
                <a:sym typeface="+mn-ea"/>
              </a:rPr>
              <a:t>xiāo xi tōng zhī </a:t>
            </a:r>
            <a:endParaRPr lang="en-US" altLang="en-US" sz="2000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321290" y="2691130"/>
            <a:ext cx="1871345" cy="3683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>
                <a:latin typeface="Calibri" panose="020F0502020204030204" charset="0"/>
                <a:cs typeface="Calibri" panose="020F0502020204030204" charset="0"/>
                <a:sym typeface="+mn-ea"/>
              </a:rPr>
              <a:t>tōng zhī gōng gào</a:t>
            </a:r>
            <a:endParaRPr lang="en-US" altLang="en-US">
              <a:latin typeface="Calibri" panose="020F0502020204030204" charset="0"/>
              <a:cs typeface="Calibri" panose="020F050202020403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6865" y="3061335"/>
            <a:ext cx="3432810" cy="1259840"/>
          </a:xfrm>
          <a:prstGeom prst="rect">
            <a:avLst/>
          </a:prstGeom>
        </p:spPr>
      </p:pic>
      <p:grpSp>
        <p:nvGrpSpPr>
          <p:cNvPr id="129037" name="组合 1"/>
          <p:cNvGrpSpPr/>
          <p:nvPr/>
        </p:nvGrpSpPr>
        <p:grpSpPr>
          <a:xfrm>
            <a:off x="-331470" y="80645"/>
            <a:ext cx="2676525" cy="2000250"/>
            <a:chOff x="-477083" y="0"/>
            <a:chExt cx="2399159" cy="1828800"/>
          </a:xfrm>
        </p:grpSpPr>
        <p:sp>
          <p:nvSpPr>
            <p:cNvPr id="7" name="DiagonalStripe"/>
            <p:cNvSpPr>
              <a:spLocks noEditPoints="1" noChangeArrowheads="1"/>
            </p:cNvSpPr>
            <p:nvPr/>
          </p:nvSpPr>
          <p:spPr bwMode="auto">
            <a:xfrm>
              <a:off x="0" y="0"/>
              <a:ext cx="1828800" cy="1828800"/>
            </a:xfrm>
            <a:custGeom>
              <a:avLst/>
              <a:gdLst>
                <a:gd name="T0" fmla="*/ 462026 w 21600"/>
                <a:gd name="T1" fmla="*/ 462026 h 21600"/>
                <a:gd name="T2" fmla="*/ 0 w 21600"/>
                <a:gd name="T3" fmla="*/ 1376426 h 21600"/>
                <a:gd name="T4" fmla="*/ 914400 w 21600"/>
                <a:gd name="T5" fmla="*/ 914400 h 21600"/>
                <a:gd name="T6" fmla="*/ 1376426 w 21600"/>
                <a:gd name="T7" fmla="*/ 0 h 21600"/>
                <a:gd name="T8" fmla="*/ 11796480 60000 65536"/>
                <a:gd name="T9" fmla="*/ 11796480 60000 65536"/>
                <a:gd name="T10" fmla="*/ 0 60000 65536"/>
                <a:gd name="T11" fmla="*/ 17694720 60000 65536"/>
                <a:gd name="T12" fmla="*/ 0 w 21600"/>
                <a:gd name="T13" fmla="*/ 0 h 21600"/>
                <a:gd name="T14" fmla="*/ 16257 w 21600"/>
                <a:gd name="T15" fmla="*/ 1625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914" y="0"/>
                  </a:moveTo>
                  <a:lnTo>
                    <a:pt x="0" y="10914"/>
                  </a:lnTo>
                  <a:lnTo>
                    <a:pt x="0" y="21600"/>
                  </a:lnTo>
                  <a:lnTo>
                    <a:pt x="21600" y="0"/>
                  </a:lnTo>
                  <a:lnTo>
                    <a:pt x="10914" y="0"/>
                  </a:lnTo>
                  <a:close/>
                </a:path>
              </a:pathLst>
            </a:custGeom>
            <a:solidFill>
              <a:srgbClr val="F1E9A1"/>
            </a:solidFill>
            <a:ln w="9525">
              <a:solidFill>
                <a:srgbClr val="F1E9A1"/>
              </a:solidFill>
              <a:miter lim="800000"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7D"/>
                </a:buClr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9039" name="Text Box 7"/>
            <p:cNvSpPr txBox="1"/>
            <p:nvPr/>
          </p:nvSpPr>
          <p:spPr>
            <a:xfrm rot="-2534154">
              <a:off x="-477083" y="457490"/>
              <a:ext cx="2399159" cy="56141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en-GB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   </a:t>
              </a:r>
              <a:r>
                <a:rPr lang="en-US" altLang="en-GB" sz="16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Century" panose="02040604050505020304"/>
                </a:rPr>
                <a:t>supplementary words</a:t>
              </a:r>
              <a:endParaRPr lang="en-US" altLang="en-GB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altLang="en-GB" sz="16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Century" panose="02040604050505020304"/>
              </a:endParaRP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610" y="1158240"/>
            <a:ext cx="3731260" cy="3688715"/>
          </a:xfrm>
          <a:prstGeom prst="rect">
            <a:avLst/>
          </a:prstGeom>
        </p:spPr>
      </p:pic>
      <p:sp>
        <p:nvSpPr>
          <p:cNvPr id="12" name="椭圆 11"/>
          <p:cNvSpPr/>
          <p:nvPr/>
        </p:nvSpPr>
        <p:spPr>
          <a:xfrm>
            <a:off x="8415020" y="2971165"/>
            <a:ext cx="1796415" cy="135064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865" y="1248410"/>
            <a:ext cx="3390900" cy="1419225"/>
          </a:xfrm>
          <a:prstGeom prst="rect">
            <a:avLst/>
          </a:prstGeom>
        </p:spPr>
      </p:pic>
      <p:sp>
        <p:nvSpPr>
          <p:cNvPr id="8" name="椭圆 7"/>
          <p:cNvSpPr/>
          <p:nvPr/>
        </p:nvSpPr>
        <p:spPr>
          <a:xfrm>
            <a:off x="7842250" y="1583055"/>
            <a:ext cx="1868170" cy="64960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3444875" y="3061335"/>
            <a:ext cx="864235" cy="38544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8" grpId="0" bldLvl="0" animBg="1"/>
      <p:bldP spid="9" grpId="0" bldLvl="0" animBg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UNIT_LARGE_SHAPE" val="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UNIT_BK_DARK_LIGHT" val="2"/>
  <p:tag name="KSO_WM_SLIDE_BACKGROUND_TYPE" val="frame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6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1"/>
</p:tagLst>
</file>

<file path=ppt/tags/tag2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1"/>
</p:tagLst>
</file>

<file path=ppt/tags/tag22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1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77118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6429_1"/>
  <p:tag name="KSO_WM_TEMPLATE_CATEGORY" val="custom"/>
  <p:tag name="KSO_WM_TEMPLATE_INDEX" val="20177118"/>
  <p:tag name="KSO_WM_TEMPLATE_SUBCATEGORY" val="0"/>
  <p:tag name="KSO_WM_TEMPLATE_THUMBS_INDEX" val="1、5、8、11、14、19、25、28、29、30、32"/>
  <p:tag name="KSO_WM_TEMPLATE_MASTER_TYPE" val="1"/>
  <p:tag name="KSO_WM_TEMPLATE_COLOR_TYPE" val="1"/>
  <p:tag name="KSO_WM_TEMPLATE_MASTER_THUMB_INDEX" val="12"/>
</p:tagLst>
</file>

<file path=ppt/tags/tag226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7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8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29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0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1.xml><?xml version="1.0" encoding="utf-8"?>
<p:tagLst xmlns:p="http://schemas.openxmlformats.org/presentationml/2006/main">
  <p:tag name="KSO_WM_TEMPLATE_CATEGORY" val="custom"/>
  <p:tag name="KSO_WM_TEMPLATE_INDEX" val="20177118"/>
</p:tagLst>
</file>

<file path=ppt/tags/tag232.xml><?xml version="1.0" encoding="utf-8"?>
<p:tagLst xmlns:p="http://schemas.openxmlformats.org/presentationml/2006/main">
  <p:tag name="KSO_WM_BEAUTIFY_FLAG" val="#wm#"/>
  <p:tag name="KSO_WM_TEMPLATE_CATEGORY" val="custom"/>
  <p:tag name="KSO_WM_TEMPLATE_INDEX" val="20177118"/>
</p:tagLst>
</file>

<file path=ppt/tags/tag233.xml><?xml version="1.0" encoding="utf-8"?>
<p:tagLst xmlns:p="http://schemas.openxmlformats.org/presentationml/2006/main">
  <p:tag name="KSO_WM_BEAUTIFY_FLAG" val="#wm#"/>
  <p:tag name="KSO_WM_TEMPLATE_CATEGORY" val="custom"/>
  <p:tag name="KSO_WM_TEMPLATE_INDEX" val="20177118"/>
</p:tagLst>
</file>

<file path=ppt/tags/tag234.xml><?xml version="1.0" encoding="utf-8"?>
<p:tagLst xmlns:p="http://schemas.openxmlformats.org/presentationml/2006/main">
  <p:tag name="KSO_WM_UNIT_TABLE_BEAUTIFY" val="smartTable{d5525275-bada-44eb-9f4c-ac62e3e2d614}"/>
</p:tagLst>
</file>

<file path=ppt/tags/tag235.xml><?xml version="1.0" encoding="utf-8"?>
<p:tagLst xmlns:p="http://schemas.openxmlformats.org/presentationml/2006/main">
  <p:tag name="KSO_WM_BEAUTIFY_FLAG" val="#wm#"/>
  <p:tag name="KSO_WM_TEMPLATE_CATEGORY" val="custom"/>
  <p:tag name="KSO_WM_TEMPLATE_INDEX" val="20177118"/>
</p:tagLst>
</file>

<file path=ppt/tags/tag236.xml><?xml version="1.0" encoding="utf-8"?>
<p:tagLst xmlns:p="http://schemas.openxmlformats.org/presentationml/2006/main">
  <p:tag name="KSO_WPP_MARK_KEY" val="af5ec7d1-4d96-4de1-b6cc-06a73e6026a4"/>
  <p:tag name="COMMONDATA" val="eyJoZGlkIjoiMjQzYTgzMjY2ODk2ZDhiZGMwNDYyZmE0OWQ1NzIzZWUifQ=="/>
</p:tagLst>
</file>

<file path=ppt/theme/theme1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A4D5CF"/>
      </a:dk2>
      <a:lt2>
        <a:srgbClr val="DFF4F2"/>
      </a:lt2>
      <a:accent1>
        <a:srgbClr val="3C8178"/>
      </a:accent1>
      <a:accent2>
        <a:srgbClr val="007B87"/>
      </a:accent2>
      <a:accent3>
        <a:srgbClr val="007297"/>
      </a:accent3>
      <a:accent4>
        <a:srgbClr val="12659F"/>
      </a:accent4>
      <a:accent5>
        <a:srgbClr val="4F5296"/>
      </a:accent5>
      <a:accent6>
        <a:srgbClr val="783C81"/>
      </a:accent6>
      <a:hlink>
        <a:srgbClr val="658BD5"/>
      </a:hlink>
      <a:folHlink>
        <a:srgbClr val="9F69A3"/>
      </a:folHlink>
    </a:clrScheme>
    <a:fontScheme name="自定义 1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2475</Words>
  <Application>WPS 演示</Application>
  <PresentationFormat>宽屏</PresentationFormat>
  <Paragraphs>251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汉仪旗黑-85S</vt:lpstr>
      <vt:lpstr>黑体</vt:lpstr>
      <vt:lpstr>Franklin Gothic Book</vt:lpstr>
      <vt:lpstr>华文楷体</vt:lpstr>
      <vt:lpstr>Arial Unicode MS</vt:lpstr>
      <vt:lpstr>Century</vt:lpstr>
      <vt:lpstr>楷体</vt:lpstr>
      <vt:lpstr>Calibri</vt:lpstr>
      <vt:lpstr>Office 主题​​</vt:lpstr>
      <vt:lpstr>         zhèɡe xīnɡqītiān nǐ mánɡbumánɡ？      10  这个   星 期 天  你  忙 不 忙？        Lesson 10  Are you busy this sunday?          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xiaoc</dc:creator>
  <cp:lastModifiedBy>沙茜</cp:lastModifiedBy>
  <cp:revision>155</cp:revision>
  <dcterms:created xsi:type="dcterms:W3CDTF">2019-08-11T11:31:00Z</dcterms:created>
  <dcterms:modified xsi:type="dcterms:W3CDTF">2024-05-24T12:52:02Z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9A4C99BA16AD474FA837F0A78F53B27D</vt:lpwstr>
  </property>
</Properties>
</file>