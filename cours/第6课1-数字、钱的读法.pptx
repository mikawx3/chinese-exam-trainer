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468" r:id="rId3"/>
    <p:sldId id="450" r:id="rId4"/>
    <p:sldId id="451" r:id="rId5"/>
    <p:sldId id="452" r:id="rId6"/>
    <p:sldId id="456" r:id="rId7"/>
    <p:sldId id="482" r:id="rId8"/>
    <p:sldId id="455" r:id="rId9"/>
    <p:sldId id="449" r:id="rId10"/>
    <p:sldId id="483" r:id="rId11"/>
    <p:sldId id="460" r:id="rId12"/>
    <p:sldId id="462" r:id="rId13"/>
    <p:sldId id="463" r:id="rId14"/>
    <p:sldId id="458" r:id="rId15"/>
    <p:sldId id="457" r:id="rId16"/>
    <p:sldId id="432" r:id="rId17"/>
    <p:sldId id="348" r:id="rId18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5AB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198"/>
        <p:guide pos="385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23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3.png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1" Type="http://schemas.openxmlformats.org/officeDocument/2006/relationships/tags" Target="../tags/tag21.xml"/><Relationship Id="rId30" Type="http://schemas.openxmlformats.org/officeDocument/2006/relationships/tags" Target="../tags/tag20.xml"/><Relationship Id="rId3" Type="http://schemas.openxmlformats.org/officeDocument/2006/relationships/image" Target="../media/image1.png"/><Relationship Id="rId29" Type="http://schemas.openxmlformats.org/officeDocument/2006/relationships/tags" Target="../tags/tag19.xml"/><Relationship Id="rId28" Type="http://schemas.openxmlformats.org/officeDocument/2006/relationships/tags" Target="../tags/tag18.xml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image" Target="../media/image9.png"/><Relationship Id="rId23" Type="http://schemas.openxmlformats.org/officeDocument/2006/relationships/tags" Target="../tags/tag14.xml"/><Relationship Id="rId22" Type="http://schemas.openxmlformats.org/officeDocument/2006/relationships/image" Target="../media/image8.png"/><Relationship Id="rId21" Type="http://schemas.openxmlformats.org/officeDocument/2006/relationships/tags" Target="../tags/tag13.xml"/><Relationship Id="rId20" Type="http://schemas.openxmlformats.org/officeDocument/2006/relationships/tags" Target="../tags/tag12.xml"/><Relationship Id="rId2" Type="http://schemas.openxmlformats.org/officeDocument/2006/relationships/tags" Target="../tags/tag1.xml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image" Target="../media/image7.png"/><Relationship Id="rId16" Type="http://schemas.openxmlformats.org/officeDocument/2006/relationships/tags" Target="../tags/tag9.xml"/><Relationship Id="rId15" Type="http://schemas.openxmlformats.org/officeDocument/2006/relationships/image" Target="../media/image6.png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image" Target="../media/image5.png"/><Relationship Id="rId11" Type="http://schemas.openxmlformats.org/officeDocument/2006/relationships/tags" Target="../tags/tag6.xml"/><Relationship Id="rId10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12.png"/><Relationship Id="rId6" Type="http://schemas.openxmlformats.org/officeDocument/2006/relationships/tags" Target="../tags/tag24.xml"/><Relationship Id="rId5" Type="http://schemas.openxmlformats.org/officeDocument/2006/relationships/image" Target="../media/image11.png"/><Relationship Id="rId4" Type="http://schemas.openxmlformats.org/officeDocument/2006/relationships/tags" Target="../tags/tag23.xml"/><Relationship Id="rId3" Type="http://schemas.openxmlformats.org/officeDocument/2006/relationships/image" Target="../media/image10.png"/><Relationship Id="rId2" Type="http://schemas.openxmlformats.org/officeDocument/2006/relationships/tags" Target="../tags/tag2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image" Target="../media/image8.png"/><Relationship Id="rId7" Type="http://schemas.openxmlformats.org/officeDocument/2006/relationships/tags" Target="../tags/tag36.xml"/><Relationship Id="rId6" Type="http://schemas.openxmlformats.org/officeDocument/2006/relationships/image" Target="../media/image10.png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32.xml"/><Relationship Id="rId19" Type="http://schemas.openxmlformats.org/officeDocument/2006/relationships/image" Target="../media/image16.png"/><Relationship Id="rId18" Type="http://schemas.openxmlformats.org/officeDocument/2006/relationships/tags" Target="../tags/tag43.xml"/><Relationship Id="rId17" Type="http://schemas.openxmlformats.org/officeDocument/2006/relationships/image" Target="../media/image15.png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image" Target="../media/image14.png"/><Relationship Id="rId11" Type="http://schemas.openxmlformats.org/officeDocument/2006/relationships/tags" Target="../tags/tag38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image" Target="../media/image12.png"/><Relationship Id="rId6" Type="http://schemas.openxmlformats.org/officeDocument/2006/relationships/tags" Target="../tags/tag51.xml"/><Relationship Id="rId5" Type="http://schemas.openxmlformats.org/officeDocument/2006/relationships/image" Target="../media/image11.png"/><Relationship Id="rId4" Type="http://schemas.openxmlformats.org/officeDocument/2006/relationships/tags" Target="../tags/tag50.xml"/><Relationship Id="rId3" Type="http://schemas.openxmlformats.org/officeDocument/2006/relationships/image" Target="../media/image10.png"/><Relationship Id="rId2" Type="http://schemas.openxmlformats.org/officeDocument/2006/relationships/tags" Target="../tags/tag49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image" Target="../media/image12.png"/><Relationship Id="rId6" Type="http://schemas.openxmlformats.org/officeDocument/2006/relationships/tags" Target="../tags/tag62.xml"/><Relationship Id="rId5" Type="http://schemas.openxmlformats.org/officeDocument/2006/relationships/image" Target="../media/image11.png"/><Relationship Id="rId4" Type="http://schemas.openxmlformats.org/officeDocument/2006/relationships/tags" Target="../tags/tag61.xml"/><Relationship Id="rId3" Type="http://schemas.openxmlformats.org/officeDocument/2006/relationships/image" Target="../media/image10.png"/><Relationship Id="rId2" Type="http://schemas.openxmlformats.org/officeDocument/2006/relationships/tags" Target="../tags/tag60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image" Target="../media/image11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image" Target="../media/image12.png"/><Relationship Id="rId11" Type="http://schemas.openxmlformats.org/officeDocument/2006/relationships/tags" Target="../tags/tag80.xml"/><Relationship Id="rId10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image" Target="../media/image12.png"/><Relationship Id="rId6" Type="http://schemas.openxmlformats.org/officeDocument/2006/relationships/tags" Target="../tags/tag90.xml"/><Relationship Id="rId5" Type="http://schemas.openxmlformats.org/officeDocument/2006/relationships/image" Target="../media/image11.png"/><Relationship Id="rId4" Type="http://schemas.openxmlformats.org/officeDocument/2006/relationships/tags" Target="../tags/tag89.xml"/><Relationship Id="rId3" Type="http://schemas.openxmlformats.org/officeDocument/2006/relationships/image" Target="../media/image10.png"/><Relationship Id="rId2" Type="http://schemas.openxmlformats.org/officeDocument/2006/relationships/tags" Target="../tags/tag88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image" Target="../media/image12.png"/><Relationship Id="rId6" Type="http://schemas.openxmlformats.org/officeDocument/2006/relationships/tags" Target="../tags/tag101.xml"/><Relationship Id="rId5" Type="http://schemas.openxmlformats.org/officeDocument/2006/relationships/image" Target="../media/image11.png"/><Relationship Id="rId4" Type="http://schemas.openxmlformats.org/officeDocument/2006/relationships/tags" Target="../tags/tag100.xml"/><Relationship Id="rId3" Type="http://schemas.openxmlformats.org/officeDocument/2006/relationships/image" Target="../media/image10.png"/><Relationship Id="rId2" Type="http://schemas.openxmlformats.org/officeDocument/2006/relationships/tags" Target="../tags/tag9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image" Target="../media/image12.png"/><Relationship Id="rId6" Type="http://schemas.openxmlformats.org/officeDocument/2006/relationships/tags" Target="../tags/tag111.xml"/><Relationship Id="rId5" Type="http://schemas.openxmlformats.org/officeDocument/2006/relationships/image" Target="../media/image11.png"/><Relationship Id="rId4" Type="http://schemas.openxmlformats.org/officeDocument/2006/relationships/tags" Target="../tags/tag110.xml"/><Relationship Id="rId3" Type="http://schemas.openxmlformats.org/officeDocument/2006/relationships/image" Target="../media/image10.png"/><Relationship Id="rId2" Type="http://schemas.openxmlformats.org/officeDocument/2006/relationships/tags" Target="../tags/tag109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image" Target="../media/image8.png"/><Relationship Id="rId7" Type="http://schemas.openxmlformats.org/officeDocument/2006/relationships/tags" Target="../tags/tag122.xml"/><Relationship Id="rId6" Type="http://schemas.openxmlformats.org/officeDocument/2006/relationships/image" Target="../media/image10.png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3" Type="http://schemas.openxmlformats.org/officeDocument/2006/relationships/tags" Target="../tags/tag133.xml"/><Relationship Id="rId22" Type="http://schemas.openxmlformats.org/officeDocument/2006/relationships/tags" Target="../tags/tag132.xml"/><Relationship Id="rId21" Type="http://schemas.openxmlformats.org/officeDocument/2006/relationships/tags" Target="../tags/tag131.xml"/><Relationship Id="rId20" Type="http://schemas.openxmlformats.org/officeDocument/2006/relationships/tags" Target="../tags/tag130.xml"/><Relationship Id="rId2" Type="http://schemas.openxmlformats.org/officeDocument/2006/relationships/tags" Target="../tags/tag118.xml"/><Relationship Id="rId19" Type="http://schemas.openxmlformats.org/officeDocument/2006/relationships/image" Target="../media/image16.png"/><Relationship Id="rId18" Type="http://schemas.openxmlformats.org/officeDocument/2006/relationships/tags" Target="../tags/tag129.xml"/><Relationship Id="rId17" Type="http://schemas.openxmlformats.org/officeDocument/2006/relationships/image" Target="../media/image15.png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image" Target="../media/image14.png"/><Relationship Id="rId11" Type="http://schemas.openxmlformats.org/officeDocument/2006/relationships/tags" Target="../tags/tag124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138.xml"/><Relationship Id="rId7" Type="http://schemas.openxmlformats.org/officeDocument/2006/relationships/image" Target="../media/image11.png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image" Target="../media/image10.png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image" Target="../media/image10.png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image" Target="../media/image11.png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image" Target="../media/image10.png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image" Target="../media/image11.png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image" Target="../media/image10.png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image" Target="../media/image11.png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image" Target="../media/image10.png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200.xml"/><Relationship Id="rId7" Type="http://schemas.openxmlformats.org/officeDocument/2006/relationships/image" Target="../media/image11.png"/><Relationship Id="rId6" Type="http://schemas.openxmlformats.org/officeDocument/2006/relationships/tags" Target="../tags/tag199.xml"/><Relationship Id="rId5" Type="http://schemas.openxmlformats.org/officeDocument/2006/relationships/image" Target="../media/image10.png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9" Type="http://schemas.openxmlformats.org/officeDocument/2006/relationships/tags" Target="../tags/tag210.xml"/><Relationship Id="rId18" Type="http://schemas.openxmlformats.org/officeDocument/2006/relationships/tags" Target="../tags/tag209.xml"/><Relationship Id="rId17" Type="http://schemas.openxmlformats.org/officeDocument/2006/relationships/tags" Target="../tags/tag208.xml"/><Relationship Id="rId16" Type="http://schemas.openxmlformats.org/officeDocument/2006/relationships/tags" Target="../tags/tag207.xml"/><Relationship Id="rId15" Type="http://schemas.openxmlformats.org/officeDocument/2006/relationships/tags" Target="../tags/tag206.xml"/><Relationship Id="rId14" Type="http://schemas.openxmlformats.org/officeDocument/2006/relationships/tags" Target="../tags/tag205.xml"/><Relationship Id="rId13" Type="http://schemas.openxmlformats.org/officeDocument/2006/relationships/tags" Target="../tags/tag20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image" Target="../media/image10.png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 rot="13260000">
            <a:off x="3704590" y="-1502410"/>
            <a:ext cx="3617595" cy="4262120"/>
          </a:xfrm>
          <a:custGeom>
            <a:avLst/>
            <a:gdLst>
              <a:gd name="connsiteX0" fmla="*/ 3617595 w 3617595"/>
              <a:gd name="connsiteY0" fmla="*/ 1413996 h 4262120"/>
              <a:gd name="connsiteX1" fmla="*/ 341203 w 3617595"/>
              <a:gd name="connsiteY1" fmla="*/ 4262120 h 4262120"/>
              <a:gd name="connsiteX2" fmla="*/ 0 w 3617595"/>
              <a:gd name="connsiteY2" fmla="*/ 4262120 h 4262120"/>
              <a:gd name="connsiteX3" fmla="*/ 0 w 3617595"/>
              <a:gd name="connsiteY3" fmla="*/ 0 h 4262120"/>
              <a:gd name="connsiteX4" fmla="*/ 3617595 w 3617595"/>
              <a:gd name="connsiteY4" fmla="*/ 0 h 4262120"/>
              <a:gd name="connsiteX5" fmla="*/ 3617595 w 3617595"/>
              <a:gd name="connsiteY5" fmla="*/ 4262120 h 4262120"/>
              <a:gd name="connsiteX6" fmla="*/ 3598761 w 3617595"/>
              <a:gd name="connsiteY6" fmla="*/ 4262120 h 4262120"/>
              <a:gd name="connsiteX7" fmla="*/ 3617595 w 3617595"/>
              <a:gd name="connsiteY7" fmla="*/ 4245748 h 426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7595" h="4262120">
                <a:moveTo>
                  <a:pt x="3617595" y="1413996"/>
                </a:moveTo>
                <a:lnTo>
                  <a:pt x="341203" y="4262120"/>
                </a:lnTo>
                <a:lnTo>
                  <a:pt x="0" y="4262120"/>
                </a:lnTo>
                <a:lnTo>
                  <a:pt x="0" y="0"/>
                </a:lnTo>
                <a:lnTo>
                  <a:pt x="3617595" y="0"/>
                </a:lnTo>
                <a:close/>
                <a:moveTo>
                  <a:pt x="3617595" y="4262120"/>
                </a:moveTo>
                <a:lnTo>
                  <a:pt x="3598761" y="4262120"/>
                </a:lnTo>
                <a:lnTo>
                  <a:pt x="3617595" y="4245748"/>
                </a:lnTo>
                <a:close/>
              </a:path>
            </a:pathLst>
          </a:custGeom>
          <a:ln>
            <a:noFill/>
          </a:ln>
        </p:spPr>
      </p:pic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-156210" y="-17145"/>
            <a:ext cx="12952095" cy="8042910"/>
            <a:chOff x="-246" y="-27"/>
            <a:chExt cx="20397" cy="12666"/>
          </a:xfrm>
        </p:grpSpPr>
        <p:pic>
          <p:nvPicPr>
            <p:cNvPr id="9" name="图片 8" descr="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0" y="-27"/>
              <a:ext cx="5085" cy="4913"/>
            </a:xfrm>
            <a:prstGeom prst="rect">
              <a:avLst/>
            </a:prstGeom>
          </p:spPr>
        </p:pic>
        <p:pic>
          <p:nvPicPr>
            <p:cNvPr id="12" name="图片 11" descr="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13897" y="4867"/>
              <a:ext cx="6255" cy="6712"/>
            </a:xfrm>
            <a:prstGeom prst="rect">
              <a:avLst/>
            </a:prstGeom>
          </p:spPr>
        </p:pic>
        <p:pic>
          <p:nvPicPr>
            <p:cNvPr id="7" name="图片 6" descr="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2468" y="-27"/>
              <a:ext cx="6711" cy="4947"/>
            </a:xfrm>
            <a:prstGeom prst="rect">
              <a:avLst/>
            </a:prstGeom>
          </p:spPr>
        </p:pic>
        <p:pic>
          <p:nvPicPr>
            <p:cNvPr id="8" name="图片 7" descr="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 cstate="email"/>
            <a:stretch>
              <a:fillRect/>
            </a:stretch>
          </p:blipFill>
          <p:spPr>
            <a:xfrm>
              <a:off x="-246" y="4867"/>
              <a:ext cx="6034" cy="5948"/>
            </a:xfrm>
            <a:prstGeom prst="rect">
              <a:avLst/>
            </a:prstGeom>
          </p:spPr>
        </p:pic>
        <p:pic>
          <p:nvPicPr>
            <p:cNvPr id="15" name="图片 14" descr="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" cstate="email"/>
            <a:srcRect/>
            <a:stretch>
              <a:fillRect/>
            </a:stretch>
          </p:blipFill>
          <p:spPr>
            <a:xfrm rot="1800000">
              <a:off x="8685" y="5927"/>
              <a:ext cx="5697" cy="6712"/>
            </a:xfrm>
            <a:custGeom>
              <a:avLst/>
              <a:gdLst>
                <a:gd name="connsiteX0" fmla="*/ 0 w 3617595"/>
                <a:gd name="connsiteY0" fmla="*/ 0 h 4262120"/>
                <a:gd name="connsiteX1" fmla="*/ 3617595 w 3617595"/>
                <a:gd name="connsiteY1" fmla="*/ 0 h 4262120"/>
                <a:gd name="connsiteX2" fmla="*/ 3617595 w 3617595"/>
                <a:gd name="connsiteY2" fmla="*/ 2199068 h 4262120"/>
                <a:gd name="connsiteX3" fmla="*/ 44283 w 3617595"/>
                <a:gd name="connsiteY3" fmla="*/ 4262120 h 4262120"/>
                <a:gd name="connsiteX4" fmla="*/ 0 w 3617595"/>
                <a:gd name="connsiteY4" fmla="*/ 4262120 h 4262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7595" h="4262120">
                  <a:moveTo>
                    <a:pt x="0" y="0"/>
                  </a:moveTo>
                  <a:lnTo>
                    <a:pt x="3617595" y="0"/>
                  </a:lnTo>
                  <a:lnTo>
                    <a:pt x="3617595" y="2199068"/>
                  </a:lnTo>
                  <a:lnTo>
                    <a:pt x="44283" y="4262120"/>
                  </a:lnTo>
                  <a:lnTo>
                    <a:pt x="0" y="4262120"/>
                  </a:lnTo>
                  <a:close/>
                </a:path>
              </a:pathLst>
            </a:custGeom>
          </p:spPr>
        </p:pic>
        <p:pic>
          <p:nvPicPr>
            <p:cNvPr id="11" name="图片 10" descr="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 cstate="email"/>
            <a:stretch>
              <a:fillRect/>
            </a:stretch>
          </p:blipFill>
          <p:spPr>
            <a:xfrm rot="2700000">
              <a:off x="5337" y="8209"/>
              <a:ext cx="2171" cy="2434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485" y="5377"/>
              <a:ext cx="5557" cy="4595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1327" y="782"/>
              <a:ext cx="5557" cy="4595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2518" y="782"/>
              <a:ext cx="5557" cy="4595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7042" y="6918"/>
              <a:ext cx="5557" cy="4595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 cstate="email"/>
            <a:stretch>
              <a:fillRect/>
            </a:stretch>
          </p:blipFill>
          <p:spPr>
            <a:xfrm>
              <a:off x="1485" y="4131"/>
              <a:ext cx="647" cy="538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 cstate="email"/>
            <a:stretch>
              <a:fillRect/>
            </a:stretch>
          </p:blipFill>
          <p:spPr>
            <a:xfrm>
              <a:off x="16884" y="4229"/>
              <a:ext cx="743" cy="741"/>
            </a:xfrm>
            <a:prstGeom prst="rect">
              <a:avLst/>
            </a:prstGeom>
          </p:spPr>
        </p:pic>
      </p:grpSp>
      <p:sp>
        <p:nvSpPr>
          <p:cNvPr id="20" name="标题 19"/>
          <p:cNvSpPr>
            <a:spLocks noGrp="1"/>
          </p:cNvSpPr>
          <p:nvPr>
            <p:ph type="ctrTitle" hasCustomPrompt="1"/>
            <p:custDataLst>
              <p:tags r:id="rId25"/>
            </p:custDataLst>
          </p:nvPr>
        </p:nvSpPr>
        <p:spPr>
          <a:xfrm>
            <a:off x="2264400" y="2196000"/>
            <a:ext cx="7664400" cy="1324800"/>
          </a:xfrm>
        </p:spPr>
        <p:txBody>
          <a:bodyPr anchor="b">
            <a:normAutofit/>
          </a:bodyPr>
          <a:lstStyle>
            <a:lvl1pPr algn="ctr">
              <a:defRPr sz="8000" b="1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 smtClean="0"/>
              <a:t>编辑</a:t>
            </a: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9" name="副标题 2"/>
          <p:cNvSpPr>
            <a:spLocks noGrp="1"/>
          </p:cNvSpPr>
          <p:nvPr>
            <p:ph type="subTitle" idx="1" hasCustomPrompt="1"/>
            <p:custDataLst>
              <p:tags r:id="rId26"/>
            </p:custDataLst>
          </p:nvPr>
        </p:nvSpPr>
        <p:spPr>
          <a:xfrm>
            <a:off x="4708800" y="3542400"/>
            <a:ext cx="2775600" cy="453600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30"/>
            </p:custDataLst>
          </p:nvPr>
        </p:nvSpPr>
        <p:spPr>
          <a:xfrm>
            <a:off x="3484800" y="4356000"/>
            <a:ext cx="2214000" cy="374400"/>
          </a:xfrm>
        </p:spPr>
        <p:txBody>
          <a:bodyPr/>
          <a:lstStyle>
            <a:lvl1pPr marL="0" indent="0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4" hasCustomPrompt="1"/>
            <p:custDataLst>
              <p:tags r:id="rId31"/>
            </p:custDataLst>
          </p:nvPr>
        </p:nvSpPr>
        <p:spPr>
          <a:xfrm>
            <a:off x="6705600" y="4356000"/>
            <a:ext cx="1946275" cy="374400"/>
          </a:xfrm>
        </p:spPr>
        <p:txBody>
          <a:bodyPr/>
          <a:lstStyle>
            <a:lvl1pPr marL="0" indent="0" algn="r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75445" y="4060190"/>
            <a:ext cx="2917190" cy="282003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1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9630"/>
            <a:chOff x="2157" y="1563"/>
            <a:chExt cx="14730" cy="7338"/>
          </a:xfrm>
        </p:grpSpPr>
        <p:pic>
          <p:nvPicPr>
            <p:cNvPr id="8" name="图片 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3"/>
              <a:ext cx="4396" cy="4249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3358800" y="3254400"/>
            <a:ext cx="5475600" cy="770400"/>
          </a:xfrm>
        </p:spPr>
        <p:txBody>
          <a:bodyPr anchor="b">
            <a:normAutofit/>
          </a:bodyPr>
          <a:lstStyle>
            <a:lvl1pPr algn="ctr" eaLnBrk="1" fontAlgn="auto" latinLnBrk="0" hangingPunct="1">
              <a:defRPr sz="4000" b="1" u="none" strike="noStrike" kern="1200" cap="none" spc="6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3744000" y="4064400"/>
            <a:ext cx="4705200" cy="453600"/>
          </a:xfrm>
        </p:spPr>
        <p:txBody>
          <a:bodyPr>
            <a:normAutofit/>
          </a:bodyPr>
          <a:lstStyle>
            <a:lvl1pPr marL="0" indent="0" algn="ctr" eaLnBrk="1" fontAlgn="auto" latinLnBrk="0" hangingPunct="1">
              <a:lnSpc>
                <a:spcPct val="120000"/>
              </a:lnSpc>
              <a:buNone/>
              <a:defRPr sz="1400" spc="3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472295" y="4229100"/>
            <a:ext cx="2719705" cy="26289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rmAutofit/>
          </a:bodyPr>
          <a:lstStyle>
            <a:lvl1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54490" y="4018915"/>
            <a:ext cx="2937510" cy="28390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1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3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4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202565" y="194310"/>
            <a:ext cx="11798300" cy="647128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-12065" y="0"/>
            <a:ext cx="12204065" cy="6858000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304800" y="2965450"/>
            <a:ext cx="4026535" cy="27711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11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1053465" y="194310"/>
            <a:ext cx="4026535" cy="27711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4331335" y="3894455"/>
            <a:ext cx="4026535" cy="27711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email"/>
          <a:stretch>
            <a:fillRect/>
          </a:stretch>
        </p:blipFill>
        <p:spPr>
          <a:xfrm>
            <a:off x="304800" y="2214245"/>
            <a:ext cx="468630" cy="3244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109075" y="3877945"/>
            <a:ext cx="3082925" cy="298005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2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351405" cy="22733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0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1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040890" cy="197294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7725"/>
            <a:chOff x="2157" y="1563"/>
            <a:chExt cx="14730" cy="7335"/>
          </a:xfrm>
        </p:grpSpPr>
        <p:pic>
          <p:nvPicPr>
            <p:cNvPr id="7" name="图片 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0"/>
              <a:ext cx="4396" cy="4249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2908800" y="2696400"/>
            <a:ext cx="6675968" cy="1746682"/>
          </a:xfrm>
        </p:spPr>
        <p:txBody>
          <a:bodyPr anchor="ctr" anchorCtr="0">
            <a:normAutofit/>
          </a:bodyPr>
          <a:lstStyle>
            <a:lvl1pPr algn="ctr">
              <a:defRPr sz="6000" b="1" u="none" strike="noStrike" kern="1200" cap="none" spc="3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6" name="图片 5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/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>
            <p:custDataLst>
              <p:tags r:id="rId3"/>
            </p:custDataLst>
          </p:nvPr>
        </p:nvGrpSpPr>
        <p:grpSpPr>
          <a:xfrm>
            <a:off x="374333" y="194531"/>
            <a:ext cx="11817666" cy="6663469"/>
            <a:chOff x="374333" y="194531"/>
            <a:chExt cx="11817666" cy="6663469"/>
          </a:xfrm>
        </p:grpSpPr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6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7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8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9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1999" cy="6857999"/>
            <a:chOff x="0" y="0"/>
            <a:chExt cx="12191999" cy="6857999"/>
          </a:xfrm>
        </p:grpSpPr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0" y="0"/>
              <a:ext cx="3393463" cy="328022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8798536" y="3577770"/>
              <a:ext cx="3393463" cy="328022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225.xml"/><Relationship Id="rId24" Type="http://schemas.openxmlformats.org/officeDocument/2006/relationships/tags" Target="../tags/tag224.xml"/><Relationship Id="rId23" Type="http://schemas.openxmlformats.org/officeDocument/2006/relationships/tags" Target="../tags/tag223.xml"/><Relationship Id="rId22" Type="http://schemas.openxmlformats.org/officeDocument/2006/relationships/tags" Target="../tags/tag222.xml"/><Relationship Id="rId21" Type="http://schemas.openxmlformats.org/officeDocument/2006/relationships/tags" Target="../tags/tag221.xml"/><Relationship Id="rId20" Type="http://schemas.openxmlformats.org/officeDocument/2006/relationships/tags" Target="../tags/tag2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26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229.xml"/><Relationship Id="rId5" Type="http://schemas.openxmlformats.org/officeDocument/2006/relationships/tags" Target="../tags/tag228.xml"/><Relationship Id="rId4" Type="http://schemas.openxmlformats.org/officeDocument/2006/relationships/image" Target="../media/image22.png"/><Relationship Id="rId3" Type="http://schemas.openxmlformats.org/officeDocument/2006/relationships/tags" Target="../tags/tag22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jpeg"/><Relationship Id="rId8" Type="http://schemas.openxmlformats.org/officeDocument/2006/relationships/image" Target="../media/image32.jpeg"/><Relationship Id="rId7" Type="http://schemas.openxmlformats.org/officeDocument/2006/relationships/image" Target="../media/image31.jpeg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34.png"/><Relationship Id="rId1" Type="http://schemas.openxmlformats.org/officeDocument/2006/relationships/image" Target="../media/image25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9.jpeg"/><Relationship Id="rId4" Type="http://schemas.openxmlformats.org/officeDocument/2006/relationships/image" Target="../media/image38.jpeg"/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image" Target="../media/image35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image" Target="../media/image40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7.jpeg"/><Relationship Id="rId5" Type="http://schemas.openxmlformats.org/officeDocument/2006/relationships/hyperlink" Target="https://www.bing.com/images/search?q=%e6%a9%99%e6%b1%81&amp;FORM=R5FD6" TargetMode="External"/><Relationship Id="rId4" Type="http://schemas.openxmlformats.org/officeDocument/2006/relationships/image" Target="../media/image46.jpeg"/><Relationship Id="rId3" Type="http://schemas.openxmlformats.org/officeDocument/2006/relationships/hyperlink" Target="https://www.bing.com/images/search?view=detailV2&amp;ccid=QhBljA70&amp;id=D6E23C1EC36E93579412254A938915CAB8140A1B&amp;thid=OIP.QhBljA707_fkWUnm-KoPowDIEs&amp;q=%e5%8f%af%e4%b9%90&amp;simid=608016471484007838&amp;selectedIndex=13" TargetMode="External"/><Relationship Id="rId2" Type="http://schemas.openxmlformats.org/officeDocument/2006/relationships/image" Target="../media/image45.jpeg"/><Relationship Id="rId1" Type="http://schemas.openxmlformats.org/officeDocument/2006/relationships/image" Target="../media/image4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70" y="2235185"/>
            <a:ext cx="9144000" cy="23868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xiānɡjiāo duōsh</a:t>
            </a:r>
            <a: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ao qián yì jīn？ </a:t>
            </a:r>
            <a:b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   香  蕉   多 少   钱   一  斤？ </a:t>
            </a:r>
            <a:b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b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Lesson 6 </a:t>
            </a:r>
            <a:r>
              <a:rPr lang="en-US" altLang="zh-CN" sz="311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How much is half a kilogram of bananas?</a:t>
            </a:r>
            <a:br>
              <a:rPr lang="en-US" altLang="zh-CN" sz="3110" b="1"/>
            </a:br>
            <a:r>
              <a:rPr lang="zh-CN" altLang="en-US" sz="222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  <a:sym typeface="+mn-ea"/>
              </a:rPr>
              <a:t>         </a:t>
            </a:r>
            <a:r>
              <a:rPr lang="ja-JP" altLang="en-US" sz="22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　</a:t>
            </a:r>
            <a:endParaRPr lang="ja-JP" altLang="en-US" sz="222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9755" y="0"/>
            <a:ext cx="1452245" cy="9626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08675"/>
            <a:ext cx="949325" cy="9493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oooooo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8620" t="56758" r="79051" b="27690"/>
          <a:stretch>
            <a:fillRect/>
          </a:stretch>
        </p:blipFill>
        <p:spPr>
          <a:xfrm>
            <a:off x="752475" y="459740"/>
            <a:ext cx="1504950" cy="2548890"/>
          </a:xfrm>
          <a:prstGeom prst="rect">
            <a:avLst/>
          </a:prstGeom>
        </p:spPr>
      </p:pic>
      <p:pic>
        <p:nvPicPr>
          <p:cNvPr id="12" name="图片 11" descr="oooooo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1836" t="57239" r="67108" b="27530"/>
          <a:stretch>
            <a:fillRect/>
          </a:stretch>
        </p:blipFill>
        <p:spPr>
          <a:xfrm>
            <a:off x="2407285" y="459740"/>
            <a:ext cx="1368425" cy="2531110"/>
          </a:xfrm>
          <a:prstGeom prst="rect">
            <a:avLst/>
          </a:prstGeom>
        </p:spPr>
      </p:pic>
      <p:pic>
        <p:nvPicPr>
          <p:cNvPr id="14" name="图片 13" descr="图片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0971" t="15025" r="81606" b="73037"/>
          <a:stretch>
            <a:fillRect/>
          </a:stretch>
        </p:blipFill>
        <p:spPr>
          <a:xfrm>
            <a:off x="5757545" y="459740"/>
            <a:ext cx="1046480" cy="2309495"/>
          </a:xfrm>
          <a:prstGeom prst="rect">
            <a:avLst/>
          </a:prstGeom>
        </p:spPr>
      </p:pic>
      <p:pic>
        <p:nvPicPr>
          <p:cNvPr id="11" name="图片 10" descr="oooooo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4477" t="56651" r="56216" b="27530"/>
          <a:stretch>
            <a:fillRect/>
          </a:stretch>
        </p:blipFill>
        <p:spPr>
          <a:xfrm>
            <a:off x="4001770" y="361950"/>
            <a:ext cx="1151890" cy="2628900"/>
          </a:xfrm>
          <a:prstGeom prst="rect">
            <a:avLst/>
          </a:prstGeom>
        </p:spPr>
      </p:pic>
      <p:pic>
        <p:nvPicPr>
          <p:cNvPr id="15" name="图片 14" descr="图片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3088" t="14426" r="69020" b="73037"/>
          <a:stretch>
            <a:fillRect/>
          </a:stretch>
        </p:blipFill>
        <p:spPr>
          <a:xfrm>
            <a:off x="7693660" y="459740"/>
            <a:ext cx="1095375" cy="2386965"/>
          </a:xfrm>
          <a:prstGeom prst="rect">
            <a:avLst/>
          </a:prstGeom>
        </p:spPr>
      </p:pic>
      <p:pic>
        <p:nvPicPr>
          <p:cNvPr id="10" name="图片 9" descr="oooooo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4461" t="56987" r="42744" b="27530"/>
          <a:stretch>
            <a:fillRect/>
          </a:stretch>
        </p:blipFill>
        <p:spPr>
          <a:xfrm>
            <a:off x="9552940" y="523240"/>
            <a:ext cx="1382395" cy="2245995"/>
          </a:xfrm>
          <a:prstGeom prst="rect">
            <a:avLst/>
          </a:prstGeom>
        </p:spPr>
      </p:pic>
      <p:pic>
        <p:nvPicPr>
          <p:cNvPr id="17" name="图片 16" descr="图片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0293" t="68729" r="80016" b="19508"/>
          <a:stretch>
            <a:fillRect/>
          </a:stretch>
        </p:blipFill>
        <p:spPr>
          <a:xfrm>
            <a:off x="960755" y="3195320"/>
            <a:ext cx="1446530" cy="2408555"/>
          </a:xfrm>
          <a:prstGeom prst="rect">
            <a:avLst/>
          </a:prstGeom>
          <a:ln>
            <a:noFill/>
          </a:ln>
        </p:spPr>
      </p:pic>
      <p:pic>
        <p:nvPicPr>
          <p:cNvPr id="16" name="图片 15" descr="图片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2972" t="68576" r="68129" b="19508"/>
          <a:stretch>
            <a:fillRect/>
          </a:stretch>
        </p:blipFill>
        <p:spPr>
          <a:xfrm>
            <a:off x="3328670" y="3090545"/>
            <a:ext cx="1425575" cy="2618105"/>
          </a:xfrm>
          <a:prstGeom prst="rect">
            <a:avLst/>
          </a:prstGeom>
          <a:ln>
            <a:noFill/>
          </a:ln>
        </p:spPr>
      </p:pic>
      <p:pic>
        <p:nvPicPr>
          <p:cNvPr id="9" name="图片 8" descr="oooooo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59005" t="56693" r="29359" b="27530"/>
          <a:stretch>
            <a:fillRect/>
          </a:stretch>
        </p:blipFill>
        <p:spPr>
          <a:xfrm>
            <a:off x="5628005" y="3086735"/>
            <a:ext cx="1440180" cy="2621915"/>
          </a:xfrm>
          <a:prstGeom prst="rect">
            <a:avLst/>
          </a:prstGeom>
        </p:spPr>
      </p:pic>
      <p:pic>
        <p:nvPicPr>
          <p:cNvPr id="4" name="图片 3" descr="图片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6026" t="68735" r="57643" b="19508"/>
          <a:stretch>
            <a:fillRect/>
          </a:stretch>
        </p:blipFill>
        <p:spPr>
          <a:xfrm>
            <a:off x="7920355" y="3086735"/>
            <a:ext cx="953135" cy="2428875"/>
          </a:xfrm>
          <a:prstGeom prst="rect">
            <a:avLst/>
          </a:prstGeom>
          <a:ln>
            <a:noFill/>
          </a:ln>
        </p:spPr>
      </p:pic>
      <p:pic>
        <p:nvPicPr>
          <p:cNvPr id="6" name="图片 5" descr="图片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3824" t="14116" r="53026" b="73037"/>
          <a:stretch>
            <a:fillRect/>
          </a:stretch>
        </p:blipFill>
        <p:spPr>
          <a:xfrm>
            <a:off x="9728200" y="3008630"/>
            <a:ext cx="2103755" cy="2819400"/>
          </a:xfrm>
          <a:prstGeom prst="rect">
            <a:avLst/>
          </a:prstGeom>
        </p:spPr>
      </p:pic>
      <p:grpSp>
        <p:nvGrpSpPr>
          <p:cNvPr id="129037" name="组合 1"/>
          <p:cNvGrpSpPr/>
          <p:nvPr/>
        </p:nvGrpSpPr>
        <p:grpSpPr>
          <a:xfrm>
            <a:off x="-61595" y="80645"/>
            <a:ext cx="1466850" cy="1483360"/>
            <a:chOff x="-165735" y="0"/>
            <a:chExt cx="1994535" cy="1828800"/>
          </a:xfrm>
        </p:grpSpPr>
        <p:sp>
          <p:nvSpPr>
            <p:cNvPr id="2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165735" y="458470"/>
              <a:ext cx="1747520" cy="4540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>
                  <a:solidFill>
                    <a:srgbClr val="00B050"/>
                  </a:solidFill>
                  <a:sym typeface="+mn-ea"/>
                </a:rPr>
                <a:t>numbers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61595" y="80645"/>
            <a:ext cx="2815590" cy="2680335"/>
            <a:chOff x="-165735" y="0"/>
            <a:chExt cx="1994535" cy="1828800"/>
          </a:xfrm>
        </p:grpSpPr>
        <p:sp>
          <p:nvSpPr>
            <p:cNvPr id="1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165735" y="458470"/>
              <a:ext cx="1747520" cy="3561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>
                  <a:sym typeface="+mn-ea"/>
                </a:rPr>
                <a:t>numbers</a:t>
              </a:r>
              <a:endParaRPr lang="en-US" altLang="zh-CN" sz="2800" b="1" dirty="0"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836545" y="1031875"/>
            <a:ext cx="2476500" cy="56311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shí yī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十  一 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11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shí èr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十  二 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shí sān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十  三 ：13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shí sì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十  四 ：14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shí wǔ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十  五 ：15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41465" y="1031875"/>
            <a:ext cx="2665730" cy="52622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shí liù </a:t>
            </a: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十  六 ：16</a:t>
            </a: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shí qī </a:t>
            </a: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十  七 ：17</a:t>
            </a: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shí bā </a:t>
            </a: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十  八 ：18</a:t>
            </a: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shí jiǔ </a:t>
            </a: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十  九  ：19</a:t>
            </a: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èr shí </a:t>
            </a: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二 十：  20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077210" y="844233"/>
            <a:ext cx="2565400" cy="503110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>
            <a:spAutoFit/>
          </a:bodyPr>
          <a:p>
            <a:endParaRPr lang="zh-CN" altLang="en-US" sz="33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sān shí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  十：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sì shí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 十 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ǔ shí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 十 ：50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liù shí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六  十：60 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59220" y="844550"/>
            <a:ext cx="2578735" cy="51695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>
            <a:spAutoFit/>
          </a:bodyPr>
          <a:p>
            <a:endParaRPr lang="zh-CN" altLang="en-US" sz="33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qī shí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七 十：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70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bā shí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八 十 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80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jiǔ shí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九  十 ：90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yì bǎi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 百：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300" b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33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61595" y="80645"/>
            <a:ext cx="2815590" cy="2680335"/>
            <a:chOff x="-165735" y="0"/>
            <a:chExt cx="1994535" cy="1828800"/>
          </a:xfrm>
        </p:grpSpPr>
        <p:sp>
          <p:nvSpPr>
            <p:cNvPr id="1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165735" y="458470"/>
              <a:ext cx="1747520" cy="3561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>
                  <a:sym typeface="+mn-ea"/>
                </a:rPr>
                <a:t>numbers</a:t>
              </a:r>
              <a:endParaRPr lang="en-US" altLang="zh-CN" sz="2800" b="1" dirty="0"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61595" y="80645"/>
            <a:ext cx="2815590" cy="2680335"/>
            <a:chOff x="-165735" y="0"/>
            <a:chExt cx="1994535" cy="1828800"/>
          </a:xfrm>
        </p:grpSpPr>
        <p:sp>
          <p:nvSpPr>
            <p:cNvPr id="1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165735" y="458470"/>
              <a:ext cx="1747520" cy="3561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>
                  <a:sym typeface="+mn-ea"/>
                </a:rPr>
                <a:t>numbers</a:t>
              </a:r>
              <a:endParaRPr lang="en-US" altLang="zh-CN" sz="2800" b="1" dirty="0"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753995" y="1445895"/>
            <a:ext cx="2626360" cy="30460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yì bǎi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 百：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00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yì qiān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 千 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000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yí wàn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 万 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0000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18175" y="199390"/>
            <a:ext cx="4588510" cy="47999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indent="177800"/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wàn  qiān  bǎi  shí      </a:t>
            </a:r>
            <a:endParaRPr lang="en-US" altLang="zh-CN" sz="2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177800"/>
            <a:r>
              <a:rPr lang="zh-CN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万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千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百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十 </a:t>
            </a:r>
            <a:endParaRPr lang="zh-CN" altLang="zh-CN" sz="2400" b="1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177800"/>
            <a:endParaRPr lang="zh-CN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177800"/>
            <a:r>
              <a:rPr lang="zh-CN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7  5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177800"/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177800"/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3     4  8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177800"/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177800"/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2400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6     9  1</a:t>
            </a:r>
            <a:endParaRPr lang="en-US" altLang="zh-CN" sz="2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177800"/>
            <a:endParaRPr lang="en-US" altLang="zh-CN" sz="2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177800"/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1      8    6     7  0</a:t>
            </a:r>
            <a:endParaRPr lang="en-US" altLang="zh-CN" sz="2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177800"/>
            <a:endParaRPr lang="en-US" altLang="zh-CN" sz="2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177800"/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3      4    5     2  2</a:t>
            </a:r>
            <a:endParaRPr lang="en-US" altLang="zh-CN" sz="2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177800"/>
            <a:r>
              <a:rPr lang="zh-CN" altLang="zh-CN" b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charRg st="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charRg st="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9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charRg st="19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charRg st="19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28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charRg st="28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charRg st="28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41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charRg st="41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charRg st="41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49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charRg st="49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charRg st="49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61595" y="80645"/>
            <a:ext cx="2815590" cy="2680335"/>
            <a:chOff x="-165735" y="0"/>
            <a:chExt cx="1994535" cy="1828800"/>
          </a:xfrm>
        </p:grpSpPr>
        <p:sp>
          <p:nvSpPr>
            <p:cNvPr id="1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165735" y="458470"/>
              <a:ext cx="1747520" cy="3561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>
                  <a:sym typeface="+mn-ea"/>
                </a:rPr>
                <a:t>numbers</a:t>
              </a:r>
              <a:endParaRPr lang="en-US" altLang="zh-CN" sz="2800" b="1" dirty="0"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753995" y="1445895"/>
            <a:ext cx="2626360" cy="30460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yì bǎi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 百：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yì qiān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 千 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yí wàn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 万 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10000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18175" y="199390"/>
            <a:ext cx="4588510" cy="47999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indent="177800"/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wàn  qiān  bǎi  shí      </a:t>
            </a:r>
            <a:endParaRPr lang="en-US" altLang="zh-CN" sz="2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177800"/>
            <a:r>
              <a:rPr lang="zh-CN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万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千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百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十 </a:t>
            </a:r>
            <a:endParaRPr lang="zh-CN" altLang="zh-CN" sz="2400" b="1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177800"/>
            <a:endParaRPr lang="zh-CN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177800"/>
            <a:r>
              <a:rPr lang="zh-CN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1  0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177800"/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177800"/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sz="2400" b="1" u="sng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400" b="1" u="sng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1  0</a:t>
            </a:r>
            <a:r>
              <a:rPr lang="en-US" altLang="zh-CN" sz="2400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400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一十</a:t>
            </a:r>
            <a:endParaRPr lang="en-US" altLang="zh-CN" sz="2400" b="1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177800"/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177800"/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3   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400" b="1" u="sng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2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0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177800"/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177800"/>
            <a:r>
              <a:rPr lang="en-US" altLang="zh-CN" sz="2400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     </a:t>
            </a:r>
            <a:r>
              <a:rPr lang="en-US" altLang="zh-CN" sz="2400" b="1" u="sng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0    0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2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0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177800"/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177800"/>
            <a:r>
              <a:rPr lang="en-US" altLang="zh-CN" sz="2400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    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400" b="1" u="sng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0    0 </a:t>
            </a:r>
            <a:r>
              <a:rPr lang="en-US" altLang="zh-CN" sz="2400" b="1" u="sng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0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2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177800"/>
            <a:r>
              <a:rPr lang="zh-CN" altLang="zh-CN" b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047230" y="4631055"/>
            <a:ext cx="1369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零（línɡ）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charRg st="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charRg st="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9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charRg st="19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charRg st="19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28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charRg st="28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charRg st="28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41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charRg st="41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charRg st="41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49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charRg st="49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charRg st="49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61595" y="80645"/>
            <a:ext cx="2815590" cy="2680335"/>
            <a:chOff x="-165735" y="0"/>
            <a:chExt cx="1994535" cy="1828800"/>
          </a:xfrm>
        </p:grpSpPr>
        <p:sp>
          <p:nvSpPr>
            <p:cNvPr id="1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165735" y="458470"/>
              <a:ext cx="1747520" cy="3561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>
                  <a:sym typeface="+mn-ea"/>
                </a:rPr>
                <a:t>numbers</a:t>
              </a:r>
              <a:endParaRPr lang="en-US" altLang="zh-CN" sz="2800" b="1" dirty="0"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935" y="2681605"/>
            <a:ext cx="10560685" cy="20427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122556" y="80645"/>
            <a:ext cx="2631439" cy="2680335"/>
            <a:chOff x="-35284" y="0"/>
            <a:chExt cx="1864084" cy="1828800"/>
          </a:xfrm>
        </p:grpSpPr>
        <p:sp>
          <p:nvSpPr>
            <p:cNvPr id="1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5284" y="506484"/>
              <a:ext cx="1723739" cy="2092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206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RMB,the Chinese currency</a:t>
              </a:r>
              <a:endParaRPr lang="en-US" altLang="zh-CN" sz="1400" b="1" dirty="0"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3211195" y="776605"/>
            <a:ext cx="5593080" cy="39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75000"/>
                  </a:schemeClr>
                </a:solidFill>
              </a14:hiddenFill>
            </a:ext>
          </a:extLst>
        </p:spPr>
        <p:txBody>
          <a:bodyPr wrap="square" rtlCol="0" anchor="t">
            <a:spAutoFit/>
          </a:bodyPr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zh-CN" sz="200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There are three monetary units of RMB:</a:t>
            </a:r>
            <a:r>
              <a:rPr lang="en-US" altLang="zh-CN" sz="2000" err="1">
                <a:solidFill>
                  <a:srgbClr val="78130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12640" y="2165985"/>
            <a:ext cx="1414780" cy="18764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sz="200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元（yuán）</a:t>
            </a:r>
            <a:endParaRPr lang="zh-CN" altLang="en-US" sz="200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Char char="•"/>
            </a:pPr>
            <a:endParaRPr lang="zh-CN" altLang="en-US" sz="200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sz="200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角（jiǎo）</a:t>
            </a:r>
            <a:endParaRPr lang="zh-CN" altLang="en-US" sz="200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Char char="•"/>
            </a:pPr>
            <a:endParaRPr lang="zh-CN" altLang="en-US" sz="200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sz="200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分（fēn） </a:t>
            </a:r>
            <a:endParaRPr lang="zh-CN" altLang="en-US" sz="200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52315" y="4633595"/>
            <a:ext cx="38214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块</a:t>
            </a:r>
            <a:r>
              <a:rPr lang="en-US" altLang="zh-CN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元</a:t>
            </a:r>
            <a:r>
              <a:rPr lang="en-US" altLang="zh-CN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=10</a:t>
            </a:r>
            <a:r>
              <a:rPr lang="zh-CN" altLang="en-US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毛</a:t>
            </a:r>
            <a:r>
              <a:rPr lang="en-US" altLang="zh-CN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角</a:t>
            </a:r>
            <a:r>
              <a:rPr lang="en-US" altLang="zh-CN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=100</a:t>
            </a:r>
            <a:r>
              <a:rPr lang="zh-CN" altLang="en-US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</a:t>
            </a:r>
            <a:r>
              <a:rPr lang="zh-CN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027420" y="2165985"/>
            <a:ext cx="1505585" cy="18764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sz="200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→ </a:t>
            </a:r>
            <a:r>
              <a:rPr lang="zh-CN" altLang="en-US" sz="2000" err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块(kuài)</a:t>
            </a:r>
            <a:endParaRPr lang="zh-CN" altLang="en-US" sz="200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endParaRPr lang="zh-CN" altLang="en-US" sz="200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sz="200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→ </a:t>
            </a:r>
            <a:r>
              <a:rPr lang="zh-CN" altLang="en-US" sz="2000" err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毛(máo)</a:t>
            </a:r>
            <a:endParaRPr lang="zh-CN" altLang="en-US" sz="200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endParaRPr lang="zh-CN" altLang="en-US" sz="2000" err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sz="200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→ </a:t>
            </a:r>
            <a:r>
              <a:rPr lang="zh-CN" altLang="en-US" sz="2000" err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分(fēn)</a:t>
            </a:r>
            <a:endParaRPr lang="zh-CN" altLang="en-US" sz="2000" err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 bldLvl="0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125220" y="334010"/>
            <a:ext cx="3810000" cy="60071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481455" y="61595"/>
            <a:ext cx="1579880" cy="8420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kuài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=</a:t>
            </a:r>
            <a:r>
              <a:rPr lang="en-US" altLang="zh-CN" sz="200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yuán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块    元  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</a:t>
            </a:r>
            <a:endParaRPr kumimoji="0" lang="en-US" altLang="zh-CN" sz="24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7709" name="图片 157708" descr="t01d0f349ce36e35d8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080" y="1219835"/>
            <a:ext cx="3637280" cy="22428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481455" y="61595"/>
            <a:ext cx="1579880" cy="8420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kuài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=</a:t>
            </a:r>
            <a:r>
              <a:rPr lang="en-US" altLang="zh-CN" sz="200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yuán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</a:t>
            </a:r>
            <a:endParaRPr kumimoji="0" lang="en-US" altLang="zh-CN" sz="200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块    元  </a:t>
            </a:r>
            <a:r>
              <a:rPr lang="zh-CN" altLang="en-US"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</a:t>
            </a:r>
            <a:endParaRPr kumimoji="0" lang="en-US" altLang="zh-CN" sz="24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endParaRPr>
          </a:p>
        </p:txBody>
      </p:sp>
      <p:grpSp>
        <p:nvGrpSpPr>
          <p:cNvPr id="11" name="组合 5"/>
          <p:cNvGrpSpPr/>
          <p:nvPr/>
        </p:nvGrpSpPr>
        <p:grpSpPr>
          <a:xfrm>
            <a:off x="4017645" y="0"/>
            <a:ext cx="2942590" cy="2003425"/>
            <a:chOff x="35496" y="4089638"/>
            <a:chExt cx="2453092" cy="2407302"/>
          </a:xfrm>
        </p:grpSpPr>
        <p:pic>
          <p:nvPicPr>
            <p:cNvPr id="12" name="Picture 7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94" b="3397"/>
            <a:stretch>
              <a:fillRect/>
            </a:stretch>
          </p:blipFill>
          <p:spPr bwMode="auto">
            <a:xfrm>
              <a:off x="35496" y="4089638"/>
              <a:ext cx="2453092" cy="1206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" name="Picture 8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193"/>
            <a:stretch>
              <a:fillRect/>
            </a:stretch>
          </p:blipFill>
          <p:spPr bwMode="auto">
            <a:xfrm>
              <a:off x="72008" y="5295900"/>
              <a:ext cx="2411759" cy="1201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4" name="组合 8"/>
          <p:cNvGrpSpPr/>
          <p:nvPr/>
        </p:nvGrpSpPr>
        <p:grpSpPr>
          <a:xfrm>
            <a:off x="4029710" y="2334260"/>
            <a:ext cx="2924810" cy="1767205"/>
            <a:chOff x="2544868" y="4077072"/>
            <a:chExt cx="2459180" cy="2304256"/>
          </a:xfrm>
        </p:grpSpPr>
        <p:pic>
          <p:nvPicPr>
            <p:cNvPr id="15" name="Picture 9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8" t="4545" b="5152"/>
            <a:stretch>
              <a:fillRect/>
            </a:stretch>
          </p:blipFill>
          <p:spPr bwMode="auto">
            <a:xfrm>
              <a:off x="2552949" y="4077072"/>
              <a:ext cx="2451099" cy="11468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6" name="Picture 10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15" t="7934" b="5400"/>
            <a:stretch>
              <a:fillRect/>
            </a:stretch>
          </p:blipFill>
          <p:spPr bwMode="auto">
            <a:xfrm>
              <a:off x="2544868" y="5290386"/>
              <a:ext cx="2445596" cy="1090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57701" name="图片 157700" descr="t011dc79e2be821952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300" y="4337685"/>
            <a:ext cx="3014345" cy="252031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7" name="组合 25"/>
          <p:cNvGrpSpPr/>
          <p:nvPr/>
        </p:nvGrpSpPr>
        <p:grpSpPr>
          <a:xfrm>
            <a:off x="7332980" y="1270"/>
            <a:ext cx="2772410" cy="2265045"/>
            <a:chOff x="357158" y="1857364"/>
            <a:chExt cx="2571769" cy="2389776"/>
          </a:xfrm>
        </p:grpSpPr>
        <p:pic>
          <p:nvPicPr>
            <p:cNvPr id="18" name="Picture 2" descr="http://img3.imgtn.bdimg.com/it/u=690542913,3867584200&amp;fm=21&amp;gp=0.jp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57159" y="3143248"/>
              <a:ext cx="2571768" cy="1103892"/>
            </a:xfrm>
            <a:prstGeom prst="rect">
              <a:avLst/>
            </a:prstGeom>
            <a:noFill/>
          </p:spPr>
        </p:pic>
        <p:pic>
          <p:nvPicPr>
            <p:cNvPr id="19" name="Picture 2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158" y="1857364"/>
              <a:ext cx="2555900" cy="12087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59751" name="图片 159750" descr="t0158da801ec67dc49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2980" y="2467610"/>
            <a:ext cx="2836545" cy="20662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rcRect l="3424" t="-4198"/>
          <a:stretch>
            <a:fillRect/>
          </a:stretch>
        </p:blipFill>
        <p:spPr>
          <a:xfrm>
            <a:off x="259080" y="3462655"/>
            <a:ext cx="3529965" cy="33826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7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7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0787" name="图片 160786" descr="t01d616877704245d5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2985" y="2536190"/>
            <a:ext cx="1963738" cy="1285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0785" name="图片 160784" descr="t01d12603c58c1a404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878" y="3822065"/>
            <a:ext cx="1935162" cy="1285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0783" name="图片 160782" descr="t0161101c94dd2494b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245" y="2986088"/>
            <a:ext cx="2028825" cy="15224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0779" name="图片 160778" descr="t015774d80c3b18b0d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2140585"/>
            <a:ext cx="1948180" cy="14611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0781" name="图片 160780" descr="t0152d76cbe7038995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3601720"/>
            <a:ext cx="1948815" cy="14611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5261610" y="1064260"/>
            <a:ext cx="1668145" cy="7683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máo = jiǎo</a:t>
            </a:r>
            <a:r>
              <a:rPr lang="en-US" altLang="zh-CN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</a:t>
            </a:r>
            <a:endParaRPr lang="en-US" altLang="zh-CN" sz="20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毛    角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0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0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60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0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0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0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0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0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0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0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0770" name="标题 160769"/>
          <p:cNvSpPr>
            <a:spLocks noGrp="1" noRot="1"/>
          </p:cNvSpPr>
          <p:nvPr>
            <p:ph type="title"/>
          </p:nvPr>
        </p:nvSpPr>
        <p:spPr>
          <a:xfrm>
            <a:off x="4729480" y="570865"/>
            <a:ext cx="1498600" cy="641350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>
            <a:normAutofit fontScale="90000"/>
          </a:bodyPr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lang="en-US" altLang="zh-CN" b="1" err="1">
                <a:solidFill>
                  <a:srgbClr val="FF0000"/>
                </a:solidFill>
                <a:sym typeface="+mn-ea"/>
              </a:rPr>
            </a:br>
            <a:r>
              <a:rPr kumimoji="0" lang="en-US" altLang="zh-CN" sz="2220" b="0" i="0" u="none" strike="noStrike" kern="1200" cap="none" spc="0" normalizeH="0" baseline="0" noProof="1" err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fēn</a:t>
            </a:r>
            <a:br>
              <a:rPr lang="en-US" altLang="zh-CN" sz="2220" b="0" err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kumimoji="0" lang="zh-CN" altLang="en-US" sz="2220" b="0" i="0" u="none" strike="noStrike" kern="1200" cap="none" spc="0" normalizeH="0" baseline="0" noProof="1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</a:t>
            </a:r>
            <a:br>
              <a:rPr lang="zh-CN" altLang="en-US" sz="2220" b="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endParaRPr kumimoji="0" lang="zh-CN" altLang="en-US" sz="2220" b="0" i="0" u="none" strike="noStrike" kern="1200" cap="none" spc="0" normalizeH="0" baseline="0" noProof="1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60773" name="图片 160772" descr="t0147b503b2ff7d6d0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0850" y="2136775"/>
            <a:ext cx="1464945" cy="1441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0775" name="图片 160774" descr="t0166cf7b5b4fb57e77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74490" y="2136775"/>
            <a:ext cx="2867660" cy="14643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0777" name="图片 160776" descr="t010ae7acff57d1176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170" y="2136458"/>
            <a:ext cx="1600200" cy="14652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1" y="131445"/>
            <a:ext cx="2631439" cy="2680335"/>
            <a:chOff x="-35284" y="0"/>
            <a:chExt cx="1864084" cy="1828800"/>
          </a:xfrm>
        </p:grpSpPr>
        <p:sp>
          <p:nvSpPr>
            <p:cNvPr id="3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Text Box 7"/>
            <p:cNvSpPr txBox="1"/>
            <p:nvPr/>
          </p:nvSpPr>
          <p:spPr>
            <a:xfrm rot="-2534154">
              <a:off x="-35284" y="506484"/>
              <a:ext cx="1723739" cy="2092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206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RMB,the Chinese currency</a:t>
              </a:r>
              <a:endParaRPr lang="en-US" altLang="zh-CN" sz="1400" b="1" dirty="0"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15361" name="标题 1"/>
          <p:cNvSpPr>
            <a:spLocks noGrp="1"/>
          </p:cNvSpPr>
          <p:nvPr>
            <p:ph type="title"/>
          </p:nvPr>
        </p:nvSpPr>
        <p:spPr>
          <a:xfrm>
            <a:off x="5457190" y="861695"/>
            <a:ext cx="5596255" cy="995680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>
            <a:normAutofit fontScale="90000"/>
          </a:bodyPr>
          <a:p>
            <a:pPr algn="l"/>
            <a:r>
              <a:rPr lang="zh-CN" altLang="en-US" sz="222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wàn    qiān    bǎi   shí  kuài  máo  fēn </a:t>
            </a:r>
            <a:br>
              <a:rPr lang="zh-CN" altLang="en-US" sz="222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222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万      千     百    十    块   毛   分</a:t>
            </a:r>
            <a:endParaRPr lang="zh-CN" altLang="en-US" sz="222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457190" y="1857375"/>
            <a:ext cx="5596255" cy="2699385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lnSpcReduction="10000"/>
          </a:bodyPr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</a:t>
            </a:r>
            <a:r>
              <a:rPr kumimoji="0" lang="en-US" altLang="zh-CN" sz="20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000" b="0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5     8    4    3</a:t>
            </a:r>
            <a:endParaRPr kumimoji="0" lang="en-US" altLang="zh-CN" sz="2000" b="0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zh-CN" sz="2000" b="0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zh-CN" sz="2000" b="0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   1     3     6    9    5</a:t>
            </a:r>
            <a:endParaRPr kumimoji="0" lang="en-US" altLang="zh-CN" sz="2000" b="0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zh-CN" sz="2000" b="0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zh-CN" sz="2000" b="0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3      0     2     7    8    1</a:t>
            </a:r>
            <a:endParaRPr kumimoji="0" lang="en-US" altLang="zh-CN" sz="2000" b="0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zh-CN" sz="2000" b="0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zh-CN" sz="2000" b="0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5       2</a:t>
            </a:r>
            <a:r>
              <a:rPr kumimoji="0" lang="en-US" altLang="zh-CN" sz="2000" b="0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8     3     6    0</a:t>
            </a:r>
            <a:r>
              <a:rPr kumimoji="0" lang="en-US" altLang="zh-CN" sz="2000" b="0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7</a:t>
            </a:r>
            <a:endParaRPr kumimoji="0" lang="en-US" altLang="zh-CN" sz="20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内容占位符 4"/>
          <p:cNvSpPr>
            <a:spLocks noGrp="1"/>
          </p:cNvSpPr>
          <p:nvPr/>
        </p:nvSpPr>
        <p:spPr>
          <a:xfrm>
            <a:off x="2220595" y="1497330"/>
            <a:ext cx="2249805" cy="30594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>
            <a:normAutofit fontScale="9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</a:t>
            </a:r>
            <a:r>
              <a:rPr kumimoji="0" lang="en-US" altLang="zh-CN" sz="2220" b="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58.43</a:t>
            </a:r>
            <a:r>
              <a:rPr kumimoji="0" sz="2220" b="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元</a:t>
            </a:r>
            <a:endParaRPr kumimoji="0" sz="2220" b="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sz="2220" b="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sz="2220" b="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en-US" altLang="zh-CN" sz="2220" b="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136.95</a:t>
            </a:r>
            <a:r>
              <a:rPr kumimoji="0" sz="2220" b="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元</a:t>
            </a:r>
            <a:endParaRPr kumimoji="0" sz="2220" b="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sz="2220" b="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kumimoji="0" sz="2220" b="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sz="2220" b="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en-US" altLang="zh-CN" sz="2220" b="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3027.81</a:t>
            </a:r>
            <a:r>
              <a:rPr kumimoji="0" sz="2220" b="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元</a:t>
            </a:r>
            <a:endParaRPr kumimoji="0" sz="2220" b="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sz="2220" b="0" i="0" u="none" strike="noStrike" kern="1200" cap="none" spc="0" normalizeH="0" baseline="0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220" b="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52836.07</a:t>
            </a:r>
            <a:r>
              <a:rPr kumimoji="0" sz="2220" b="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元</a:t>
            </a:r>
            <a:r>
              <a:rPr kumimoji="0" sz="2400" b="0" i="0" u="none" strike="noStrike" kern="1200" cap="none" spc="0" normalizeH="0" baseline="0" noProof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kumimoji="0" lang="en-US" altLang="zh-CN" sz="2400" b="0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6000" b="0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34820" y="1019175"/>
            <a:ext cx="3721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五十八块（kuài）四毛（máo）</a:t>
            </a:r>
            <a:r>
              <a:rPr lang="zh-CN" altLang="en-US"/>
              <a:t>三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551940" y="5007610"/>
            <a:ext cx="8505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五万（wàn）两千（qiān）八百（bǎi）三十六块（kuài）</a:t>
            </a:r>
            <a:r>
              <a:rPr lang="zh-CN" altLang="en-US">
                <a:solidFill>
                  <a:srgbClr val="FF0000"/>
                </a:solidFill>
              </a:rPr>
              <a:t>零（línɡ）</a:t>
            </a:r>
            <a:r>
              <a:rPr lang="zh-CN" altLang="en-US"/>
              <a:t>七分</a:t>
            </a:r>
            <a:r>
              <a:rPr lang="zh-CN" altLang="en-US">
                <a:solidFill>
                  <a:srgbClr val="FF0000"/>
                </a:solidFill>
              </a:rPr>
              <a:t>（fēn）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1" y="131445"/>
            <a:ext cx="2631439" cy="2680335"/>
            <a:chOff x="-35284" y="0"/>
            <a:chExt cx="1864084" cy="1828800"/>
          </a:xfrm>
        </p:grpSpPr>
        <p:sp>
          <p:nvSpPr>
            <p:cNvPr id="3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Text Box 7"/>
            <p:cNvSpPr txBox="1"/>
            <p:nvPr/>
          </p:nvSpPr>
          <p:spPr>
            <a:xfrm rot="-2534154">
              <a:off x="-35284" y="506484"/>
              <a:ext cx="1723739" cy="2092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206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RMB,the Chinese currency</a:t>
              </a:r>
              <a:endParaRPr lang="en-US" altLang="zh-CN" sz="1400" b="1" dirty="0"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2080" y="3220720"/>
            <a:ext cx="7841615" cy="1644650"/>
          </a:xfrm>
          <a:prstGeom prst="rect">
            <a:avLst/>
          </a:prstGeom>
        </p:spPr>
      </p:pic>
      <p:sp>
        <p:nvSpPr>
          <p:cNvPr id="15361" name="标题 1"/>
          <p:cNvSpPr>
            <a:spLocks noGrp="1"/>
          </p:cNvSpPr>
          <p:nvPr>
            <p:ph type="title"/>
          </p:nvPr>
        </p:nvSpPr>
        <p:spPr>
          <a:xfrm>
            <a:off x="3794760" y="1500505"/>
            <a:ext cx="5596255" cy="995680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>
            <a:normAutofit fontScale="90000"/>
          </a:bodyPr>
          <a:p>
            <a:pPr algn="l"/>
            <a:r>
              <a:rPr lang="zh-CN" altLang="en-US" sz="222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wàn    qiān    bǎi   shí  kuài  máo  fēn </a:t>
            </a:r>
            <a:br>
              <a:rPr lang="zh-CN" altLang="en-US" sz="222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222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万      千     百    十    块   毛   分</a:t>
            </a:r>
            <a:endParaRPr lang="zh-CN" altLang="en-US" sz="222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内容占位符 2"/>
          <p:cNvSpPr>
            <a:spLocks noGrp="1"/>
          </p:cNvSpPr>
          <p:nvPr>
            <p:ph idx="1"/>
          </p:nvPr>
        </p:nvSpPr>
        <p:spPr>
          <a:xfrm>
            <a:off x="2977515" y="1060450"/>
            <a:ext cx="6463665" cy="5638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tx2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 anchor="t">
            <a:normAutofit fontScale="80000"/>
          </a:bodyPr>
          <a:p>
            <a:r>
              <a:rPr lang="en-US" altLang="zh-CN"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Please read and write the price of the following items.</a:t>
            </a:r>
            <a:endParaRPr lang="en-US" altLang="zh-CN" sz="2000" b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说一说，写一写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Speak</a:t>
              </a: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and write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18438" name="图片 172059" descr="t0175d0526d5f1079e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6385" y="2554605"/>
            <a:ext cx="1404938" cy="935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9" name="矩形 172060"/>
          <p:cNvSpPr/>
          <p:nvPr/>
        </p:nvSpPr>
        <p:spPr>
          <a:xfrm>
            <a:off x="2826385" y="3489643"/>
            <a:ext cx="1404938" cy="4873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2100" b="1">
                <a:latin typeface="微软雅黑" panose="020B0503020204020204" charset="-122"/>
                <a:ea typeface="微软雅黑" panose="020B0503020204020204" charset="-122"/>
              </a:rPr>
              <a:t>￥</a:t>
            </a:r>
            <a:r>
              <a:rPr lang="en-US" altLang="zh-CN" sz="2100" b="1">
                <a:latin typeface="Arial" panose="020B0604020202020204" pitchFamily="34" charset="0"/>
                <a:ea typeface="宋体" panose="02010600030101010101" pitchFamily="2" charset="-122"/>
              </a:rPr>
              <a:t>4979</a:t>
            </a:r>
            <a:endParaRPr lang="en-US" altLang="zh-CN" sz="21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8440" name="图片 172062" descr="t013f7d0a3d66c89c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485" y="2514918"/>
            <a:ext cx="1352550" cy="974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41" name="矩形 172063"/>
          <p:cNvSpPr/>
          <p:nvPr/>
        </p:nvSpPr>
        <p:spPr>
          <a:xfrm>
            <a:off x="4769485" y="3489643"/>
            <a:ext cx="1352550" cy="4857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￥</a:t>
            </a:r>
            <a:r>
              <a:rPr lang="en-US" altLang="zh-CN" sz="2100" b="1">
                <a:latin typeface="Arial" panose="020B0604020202020204" pitchFamily="34" charset="0"/>
                <a:ea typeface="宋体" panose="02010600030101010101" pitchFamily="2" charset="-122"/>
              </a:rPr>
              <a:t>5246</a:t>
            </a:r>
            <a:endParaRPr lang="en-US" altLang="zh-CN" sz="21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7409" name="图片 3" descr="可乐 的图像结果">
            <a:hlinkClick r:id="rId3"/>
          </p:cNvPr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0" y="2192655"/>
            <a:ext cx="967105" cy="12973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0" name="图片 1" descr="橙汁">
            <a:hlinkClick r:id="rId5" tooltip="&quot;橙汁&quot;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3568" y="2192655"/>
            <a:ext cx="1296987" cy="1296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172063"/>
          <p:cNvSpPr/>
          <p:nvPr/>
        </p:nvSpPr>
        <p:spPr>
          <a:xfrm>
            <a:off x="8223885" y="3491230"/>
            <a:ext cx="1297305" cy="4857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￥</a:t>
            </a:r>
            <a:r>
              <a:rPr lang="en-US" altLang="zh-CN" sz="2100" b="1">
                <a:latin typeface="Arial" panose="020B0604020202020204" pitchFamily="34" charset="0"/>
                <a:ea typeface="宋体" panose="02010600030101010101" pitchFamily="2" charset="-122"/>
              </a:rPr>
              <a:t>13</a:t>
            </a:r>
            <a:endParaRPr lang="en-US" altLang="zh-CN" sz="21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 172063"/>
          <p:cNvSpPr/>
          <p:nvPr/>
        </p:nvSpPr>
        <p:spPr>
          <a:xfrm>
            <a:off x="6743700" y="3491230"/>
            <a:ext cx="967105" cy="4857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￥</a:t>
            </a:r>
            <a:r>
              <a:rPr lang="en-US" altLang="zh-CN" sz="2100" b="1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endParaRPr lang="en-US" altLang="zh-CN" sz="21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3610" y="151765"/>
            <a:ext cx="8772525" cy="6189345"/>
          </a:xfrm>
        </p:spPr>
        <p:txBody>
          <a:bodyPr/>
          <a:p>
            <a:endParaRPr lang="zh-CN" altLang="en-US" sz="2800" b="1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general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general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general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general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5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leftRight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leftRight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leftRight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leftRight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6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topBottom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topBottom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topBottom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topBottom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ottomTop"/>
  <p:tag name="KSO_WM_SLIDE_BK_DARK_LIGHT" val="2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ottomTop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ottomTop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ottomTop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navigation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navigation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navigation"/>
  <p:tag name="KSO_WM_SLIDE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1"/>
</p:tagLst>
</file>

<file path=ppt/tags/tag21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2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1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6429_1"/>
  <p:tag name="KSO_WM_TEMPLATE_CATEGORY" val="custom"/>
  <p:tag name="KSO_WM_TEMPLATE_INDEX" val="20177118"/>
  <p:tag name="KSO_WM_TEMPLATE_SUBCATEGORY" val="0"/>
  <p:tag name="KSO_WM_TEMPLATE_THUMBS_INDEX" val="1、5、8、11、14、19、25、28、29、30、32"/>
  <p:tag name="KSO_WM_TEMPLATE_MASTER_TYPE" val="1"/>
  <p:tag name="KSO_WM_TEMPLATE_COLOR_TYPE" val="1"/>
  <p:tag name="KSO_WM_TEMPLATE_MASTER_THUMB_INDEX" val="12"/>
</p:tagLst>
</file>

<file path=ppt/tags/tag226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7.xml><?xml version="1.0" encoding="utf-8"?>
<p:tagLst xmlns:p="http://schemas.openxmlformats.org/presentationml/2006/main">
  <p:tag name="KSO_WM_UNIT_PLACING_PICTURE_USER_VIEWPORT" val="{&quot;height&quot;:4562,&quot;width&quot;:8990}"/>
</p:tagLst>
</file>

<file path=ppt/tags/tag228.xml><?xml version="1.0" encoding="utf-8"?>
<p:tagLst xmlns:p="http://schemas.openxmlformats.org/presentationml/2006/main">
  <p:tag name="KSO_WM_UNIT_PLACING_PICTURE_USER_VIEWPORT" val="{&quot;height&quot;:4562,&quot;width&quot;:8990}"/>
</p:tagLst>
</file>

<file path=ppt/tags/tag229.xml><?xml version="1.0" encoding="utf-8"?>
<p:tagLst xmlns:p="http://schemas.openxmlformats.org/presentationml/2006/main">
  <p:tag name="KSO_WM_UNIT_PLACING_PICTURE_USER_VIEWPORT" val="{&quot;height&quot;:4562,&quot;width&quot;:8990}"/>
</p:tagLst>
</file>

<file path=ppt/tags/tag230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31.xml><?xml version="1.0" encoding="utf-8"?>
<p:tagLst xmlns:p="http://schemas.openxmlformats.org/presentationml/2006/main">
  <p:tag name="KSO_WPP_MARK_KEY" val="f60f9917-a0a1-442f-8047-2a73eb88ed24"/>
  <p:tag name="COMMONDATA" val="eyJoZGlkIjoiMjQzYTgzMjY2ODk2ZDhiZGMwNDYyZmE0OWQ1NzIzZWUifQ=="/>
</p:tagLst>
</file>

<file path=ppt/theme/theme1.xml><?xml version="1.0" encoding="utf-8"?>
<a:theme xmlns:a="http://schemas.openxmlformats.org/drawingml/2006/main" name="Office 主题​​">
  <a:themeElements>
    <a:clrScheme name="自定义 116">
      <a:dk1>
        <a:srgbClr val="000000"/>
      </a:dk1>
      <a:lt1>
        <a:srgbClr val="FFFFFF"/>
      </a:lt1>
      <a:dk2>
        <a:srgbClr val="A4D5CF"/>
      </a:dk2>
      <a:lt2>
        <a:srgbClr val="DFF4F2"/>
      </a:lt2>
      <a:accent1>
        <a:srgbClr val="3C8178"/>
      </a:accent1>
      <a:accent2>
        <a:srgbClr val="007B87"/>
      </a:accent2>
      <a:accent3>
        <a:srgbClr val="007297"/>
      </a:accent3>
      <a:accent4>
        <a:srgbClr val="12659F"/>
      </a:accent4>
      <a:accent5>
        <a:srgbClr val="4F5296"/>
      </a:accent5>
      <a:accent6>
        <a:srgbClr val="783C81"/>
      </a:accent6>
      <a:hlink>
        <a:srgbClr val="658BD5"/>
      </a:hlink>
      <a:folHlink>
        <a:srgbClr val="9F69A3"/>
      </a:folHlink>
    </a:clrScheme>
    <a:fontScheme name="自定义 1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1702</Words>
  <Application>WPS 演示</Application>
  <PresentationFormat>宽屏</PresentationFormat>
  <Paragraphs>190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汉仪旗黑-85S</vt:lpstr>
      <vt:lpstr>黑体</vt:lpstr>
      <vt:lpstr>Franklin Gothic Book</vt:lpstr>
      <vt:lpstr>Arial Unicode MS</vt:lpstr>
      <vt:lpstr>PingFang SC</vt:lpstr>
      <vt:lpstr>Segoe Print</vt:lpstr>
      <vt:lpstr>Office 主题​​</vt:lpstr>
      <vt:lpstr>    xiānɡjiāo duōshao qián yì jīn？  6   香  蕉   多 少   钱   一  斤？   Lesson 6 How much is half a kilogram of bananas?          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fēn 分 </vt:lpstr>
      <vt:lpstr>wàn    qiān    bǎi   shí  kuài  máo  fēn  万      千     百    十    块   毛   分</vt:lpstr>
      <vt:lpstr>wàn    qiān    bǎi   shí  kuài  máo  fēn  万      千     百    十    块   毛   分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xiaoc</dc:creator>
  <cp:lastModifiedBy>沙茜</cp:lastModifiedBy>
  <cp:revision>104</cp:revision>
  <dcterms:created xsi:type="dcterms:W3CDTF">2019-08-11T11:31:00Z</dcterms:created>
  <dcterms:modified xsi:type="dcterms:W3CDTF">2025-04-02T09:07:06Z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4C29323A9190466CAE1A60D2A48A822C</vt:lpwstr>
  </property>
</Properties>
</file>