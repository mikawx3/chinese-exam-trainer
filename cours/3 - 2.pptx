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58" r:id="rId4"/>
    <p:sldId id="261" r:id="rId5"/>
    <p:sldId id="263" r:id="rId6"/>
    <p:sldId id="265" r:id="rId7"/>
    <p:sldId id="267" r:id="rId8"/>
    <p:sldId id="26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24" y="-76"/>
      </p:cViewPr>
      <p:guideLst>
        <p:guide orient="horz" pos="216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173157"/>
            <a:ext cx="103632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6955" y="2643182"/>
            <a:ext cx="8893821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924181"/>
            <a:ext cx="103632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28747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843" y="1071546"/>
            <a:ext cx="6815667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72111" y="1071546"/>
            <a:ext cx="4011084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7" y="285728"/>
            <a:ext cx="10974657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32" y="642918"/>
            <a:ext cx="1047757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90563" y="541340"/>
            <a:ext cx="8553459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29773" y="1000108"/>
            <a:ext cx="1219157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25024" y="274639"/>
            <a:ext cx="2057376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820173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8890412" y="4915143"/>
            <a:ext cx="3301588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6096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12192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 </a:t>
            </a:r>
            <a:r>
              <a:rPr lang="zh-CN" altLang="en-US" dirty="0" smtClean="0"/>
              <a:t>你叫什么名字？</a:t>
            </a:r>
            <a:endParaRPr lang="zh-CN" altLang="en-US" dirty="0"/>
          </a:p>
        </p:txBody>
      </p:sp>
      <p:pic>
        <p:nvPicPr>
          <p:cNvPr id="4" name="内容占位符 3" descr="tim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85135" y="1730375"/>
            <a:ext cx="6974205" cy="4110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8080" y="1341120"/>
            <a:ext cx="9949815" cy="2016125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pPr fontAlgn="auto">
              <a:lnSpc>
                <a:spcPts val="3780"/>
              </a:lnSpc>
            </a:pP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+mn-ea"/>
              </a:rPr>
              <a:t>New Words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/>
          </a:p>
          <a:p>
            <a:pPr fontAlgn="auto">
              <a:lnSpc>
                <a:spcPts val="3780"/>
              </a:lnSpc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老师      lǎo shī          </a:t>
            </a:r>
            <a:r>
              <a:rPr lang="en-US" altLang="zh-CN" dirty="0">
                <a:sym typeface="+mn-ea"/>
              </a:rPr>
              <a:t>n.   teacher</a:t>
            </a:r>
            <a:endParaRPr lang="zh-CN" altLang="en-US" dirty="0">
              <a:sym typeface="+mn-ea"/>
            </a:endParaRPr>
          </a:p>
          <a:p>
            <a:pPr fontAlgn="auto">
              <a:lnSpc>
                <a:spcPts val="3780"/>
              </a:lnSpc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贵姓     </a:t>
            </a:r>
            <a:r>
              <a:rPr lang="en-US" altLang="zh-CN" dirty="0">
                <a:sym typeface="+mn-ea"/>
              </a:rPr>
              <a:t>guì xìng         n.    your(honourable)surname</a:t>
            </a:r>
            <a:endParaRPr lang="zh-CN" altLang="en-US" dirty="0"/>
          </a:p>
        </p:txBody>
      </p:sp>
      <p:sp>
        <p:nvSpPr>
          <p:cNvPr id="171" name="Google Shape;171;p21"/>
          <p:cNvSpPr/>
          <p:nvPr/>
        </p:nvSpPr>
        <p:spPr>
          <a:xfrm>
            <a:off x="0" y="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文二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Two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0530" y="4966335"/>
            <a:ext cx="7646035" cy="10147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zh-CN" sz="2400" dirty="0"/>
              <a:t>Proper Names:</a:t>
            </a:r>
            <a:endParaRPr lang="en-US" altLang="zh-CN" sz="2400" dirty="0"/>
          </a:p>
          <a:p>
            <a:pPr indent="0">
              <a:lnSpc>
                <a:spcPct val="150000"/>
              </a:lnSpc>
              <a:buNone/>
            </a:pPr>
            <a:r>
              <a:rPr lang="en-US" sz="2400" dirty="0" smtClean="0">
                <a:sym typeface="+mn-ea"/>
              </a:rPr>
              <a:t>     </a:t>
            </a:r>
            <a:r>
              <a:rPr lang="zh-CN" altLang="en-US" sz="2400" dirty="0" smtClean="0">
                <a:sym typeface="+mn-ea"/>
              </a:rPr>
              <a:t>李      </a:t>
            </a:r>
            <a:r>
              <a:rPr lang="en-US" altLang="zh-CN" sz="2400" dirty="0" smtClean="0">
                <a:sym typeface="+mn-ea"/>
              </a:rPr>
              <a:t>L</a:t>
            </a:r>
            <a:r>
              <a:rPr lang="en-US" sz="2400" smtClean="0">
                <a:sym typeface="+mn-ea"/>
              </a:rPr>
              <a:t>ǐ        a   Chinese surname</a:t>
            </a:r>
            <a:endParaRPr lang="en-US" altLang="zh-CN" sz="2400" dirty="0">
              <a:ea typeface="方正楷体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3080" y="1125855"/>
            <a:ext cx="11069320" cy="5000625"/>
          </a:xfrm>
        </p:spPr>
        <p:txBody>
          <a:bodyPr>
            <a:noAutofit/>
          </a:bodyPr>
          <a:lstStyle/>
          <a:p>
            <a:r>
              <a:rPr lang="zh-CN" altLang="en-US" sz="2700" dirty="0" smtClean="0"/>
              <a:t>马丁： 老师，您贵姓？</a:t>
            </a:r>
            <a:endParaRPr lang="en-US" altLang="zh-CN" sz="2700" dirty="0" smtClean="0"/>
          </a:p>
          <a:p>
            <a:r>
              <a:rPr sz="24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mǎ dīng ： lǎo shī ， nín guì xìng ？</a:t>
            </a:r>
            <a:endParaRPr sz="2400" dirty="0" smtClean="0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  <a:p>
            <a:r>
              <a:rPr lang="zh-CN" altLang="en-US" sz="2700" dirty="0" smtClean="0"/>
              <a:t>李一民：我姓李。</a:t>
            </a:r>
            <a:endParaRPr lang="zh-CN" altLang="en-US" sz="2700" dirty="0" smtClean="0"/>
          </a:p>
          <a:p>
            <a:pPr algn="l"/>
            <a:r>
              <a:rPr sz="2400" dirty="0" smtClean="0">
                <a:solidFill>
                  <a:schemeClr val="bg2">
                    <a:lumMod val="50000"/>
                  </a:schemeClr>
                </a:solidFill>
              </a:rPr>
              <a:t>lǐ yī mín ： wǒ xìng lǐ 。</a:t>
            </a:r>
            <a:endParaRPr sz="2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sz="2700" dirty="0" smtClean="0"/>
              <a:t>马丁：李老师，您好！</a:t>
            </a:r>
            <a:endParaRPr lang="zh-CN" altLang="en-US" sz="2700" dirty="0" smtClean="0"/>
          </a:p>
          <a:p>
            <a:pPr marL="0" indent="0">
              <a:buNone/>
            </a:pPr>
            <a:r>
              <a:rPr sz="240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                  </a:t>
            </a:r>
            <a:r>
              <a:rPr sz="2400" dirty="0" smtClean="0">
                <a:solidFill>
                  <a:schemeClr val="bg2">
                    <a:lumMod val="50000"/>
                  </a:schemeClr>
                </a:solidFill>
                <a:sym typeface="+mn-ea"/>
              </a:rPr>
              <a:t>   lǐ lǎo shī ， nín hǎo ！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r>
              <a:rPr lang="zh-CN" altLang="en-US" sz="2700" dirty="0" smtClean="0"/>
              <a:t>李一民：你好，你叫什么名字？</a:t>
            </a:r>
            <a:endParaRPr lang="zh-CN" altLang="en-US" sz="2700" dirty="0" smtClean="0"/>
          </a:p>
          <a:p>
            <a:r>
              <a:rPr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</a:t>
            </a:r>
            <a:r>
              <a:rPr sz="2400" dirty="0" smtClean="0">
                <a:solidFill>
                  <a:schemeClr val="bg2">
                    <a:lumMod val="50000"/>
                  </a:schemeClr>
                </a:solidFill>
              </a:rPr>
              <a:t>nǐ hǎo ， nǐ jiào shén me míng z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sz="2400" dirty="0" smtClean="0">
                <a:solidFill>
                  <a:schemeClr val="bg2">
                    <a:lumMod val="50000"/>
                  </a:schemeClr>
                </a:solidFill>
              </a:rPr>
              <a:t>？</a:t>
            </a:r>
            <a:endParaRPr sz="2400" dirty="0" smtClean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r>
              <a:rPr lang="zh-CN" altLang="en-US" sz="2700" dirty="0" smtClean="0">
                <a:sym typeface="+mn-ea"/>
              </a:rPr>
              <a:t>马丁：我叫马丁</a:t>
            </a:r>
            <a:endParaRPr lang="zh-CN" altLang="en-US" sz="2700" dirty="0" smtClean="0"/>
          </a:p>
          <a:p>
            <a:pPr algn="l"/>
            <a:r>
              <a:rPr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</a:t>
            </a:r>
            <a:r>
              <a:rPr sz="2400" dirty="0" smtClean="0">
                <a:solidFill>
                  <a:schemeClr val="bg2">
                    <a:lumMod val="50000"/>
                  </a:schemeClr>
                </a:solidFill>
              </a:rPr>
              <a:t> wǒ jiào mǎ dīng</a:t>
            </a:r>
            <a:endParaRPr sz="2400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700" dirty="0"/>
              <a:t>   </a:t>
            </a:r>
            <a:r>
              <a:rPr lang="zh-CN" altLang="en-US" sz="2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zh-CN" altLang="en-US" sz="2700" dirty="0" smtClean="0"/>
          </a:p>
          <a:p>
            <a:pPr marL="0" indent="0">
              <a:buNone/>
            </a:pPr>
            <a:endParaRPr lang="zh-CN" altLang="en-US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0" y="0"/>
            <a:ext cx="3047365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文二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Two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2" name="3-11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889490" y="508000"/>
            <a:ext cx="875665" cy="617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课文二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马丁：老师，您贵姓？</a:t>
            </a:r>
            <a:endParaRPr lang="en-US" altLang="zh-CN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 smtClean="0"/>
              <a:t>李一民：我姓李。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马丁：李老师，您好！</a:t>
            </a:r>
            <a:endParaRPr lang="en-US" altLang="zh-CN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 smtClean="0"/>
              <a:t>李一民：你好！你叫什么名字？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马丁：我叫马丁。</a:t>
            </a:r>
            <a:endParaRPr lang="zh-CN" alt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马丁：老师，您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 smtClean="0"/>
              <a:t>李一民：我姓李。</a:t>
            </a:r>
            <a:endParaRPr lang="en-US" altLang="zh-CN" dirty="0" smtClean="0"/>
          </a:p>
          <a:p>
            <a:r>
              <a:rPr lang="zh-CN" altLang="en-US" dirty="0" smtClean="0"/>
              <a:t>马丁：李老师，您好！</a:t>
            </a:r>
            <a:endParaRPr lang="en-US" altLang="zh-CN" dirty="0" smtClean="0"/>
          </a:p>
          <a:p>
            <a:r>
              <a:rPr lang="zh-CN" altLang="en-US" dirty="0" smtClean="0"/>
              <a:t>李一民：你好！你叫</a:t>
            </a:r>
            <a:r>
              <a:rPr lang="en-US" altLang="zh-CN" dirty="0" smtClean="0"/>
              <a:t>…………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 smtClean="0"/>
              <a:t>马丁：我叫马丁。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3600" dirty="0" smtClean="0">
                <a:solidFill>
                  <a:schemeClr val="tx1"/>
                </a:solidFill>
              </a:rPr>
              <a:t>(1)</a:t>
            </a:r>
            <a:r>
              <a:rPr lang="zh-CN" altLang="en-US" sz="3600" dirty="0" smtClean="0">
                <a:solidFill>
                  <a:schemeClr val="accent6">
                    <a:lumMod val="75000"/>
                  </a:schemeClr>
                </a:solidFill>
              </a:rPr>
              <a:t>您贵姓   </a:t>
            </a:r>
            <a:r>
              <a:rPr lang="en-US" altLang="zh-CN" sz="2800" dirty="0" smtClean="0"/>
              <a:t>is used to ask a person’s surname in a polite way.</a:t>
            </a:r>
            <a:endParaRPr lang="en-US" altLang="zh-CN" sz="2800" dirty="0" smtClean="0"/>
          </a:p>
          <a:p>
            <a:r>
              <a:rPr lang="en-US" altLang="zh-CN" dirty="0" smtClean="0"/>
              <a:t>A: </a:t>
            </a:r>
            <a:r>
              <a:rPr lang="zh-CN" altLang="en-US" dirty="0" smtClean="0"/>
              <a:t>您贵姓？</a:t>
            </a:r>
            <a:endParaRPr lang="zh-CN" altLang="en-US" dirty="0" smtClean="0"/>
          </a:p>
          <a:p>
            <a:r>
              <a:rPr lang="en-US" altLang="zh-CN" dirty="0" smtClean="0"/>
              <a:t>B: </a:t>
            </a:r>
            <a:r>
              <a:rPr lang="zh-CN" altLang="en-US" dirty="0" smtClean="0"/>
              <a:t>我姓李。                      </a:t>
            </a:r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en-US" altLang="zh-CN" dirty="0" smtClean="0"/>
              <a:t>(2)</a:t>
            </a:r>
            <a:r>
              <a:rPr lang="en-US" altLang="zh-CN" sz="2800" dirty="0" smtClean="0"/>
              <a:t>You may also ask someone’s surname by saying</a:t>
            </a:r>
            <a:r>
              <a:rPr lang="en-US" altLang="zh-CN" dirty="0" smtClean="0"/>
              <a:t> </a:t>
            </a:r>
            <a:r>
              <a:rPr lang="zh-CN" altLang="en-US" sz="3600" u="sng" dirty="0" smtClean="0">
                <a:solidFill>
                  <a:schemeClr val="accent6">
                    <a:lumMod val="75000"/>
                  </a:schemeClr>
                </a:solidFill>
              </a:rPr>
              <a:t>你姓什么</a:t>
            </a:r>
            <a:r>
              <a:rPr lang="zh-CN" altLang="en-US" sz="3600" dirty="0" smtClean="0">
                <a:solidFill>
                  <a:schemeClr val="accent6">
                    <a:lumMod val="75000"/>
                  </a:schemeClr>
                </a:solidFill>
              </a:rPr>
              <a:t>？</a:t>
            </a:r>
            <a:endParaRPr lang="en-US" altLang="zh-CN" dirty="0" smtClean="0"/>
          </a:p>
          <a:p>
            <a:r>
              <a:rPr lang="en-US" altLang="zh-CN" dirty="0" smtClean="0"/>
              <a:t>A:</a:t>
            </a:r>
            <a:r>
              <a:rPr lang="zh-CN" altLang="en-US" dirty="0" smtClean="0"/>
              <a:t>你姓什么？</a:t>
            </a:r>
            <a:endParaRPr lang="zh-CN" altLang="en-US" dirty="0" smtClean="0"/>
          </a:p>
          <a:p>
            <a:r>
              <a:rPr lang="en-US" altLang="zh-CN" dirty="0" smtClean="0"/>
              <a:t>B:</a:t>
            </a:r>
            <a:r>
              <a:rPr lang="zh-CN" altLang="en-US" dirty="0" smtClean="0"/>
              <a:t>我姓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山田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717925" y="2941320"/>
            <a:ext cx="3714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tx1"/>
                </a:solidFill>
              </a:rPr>
              <a:t>我</a:t>
            </a:r>
            <a:r>
              <a:rPr lang="zh-CN" altLang="en-US" sz="3200">
                <a:solidFill>
                  <a:srgbClr val="C00000"/>
                </a:solidFill>
              </a:rPr>
              <a:t>贵姓</a:t>
            </a:r>
            <a:r>
              <a:rPr lang="zh-CN" altLang="en-US" sz="3200">
                <a:solidFill>
                  <a:schemeClr val="tx1"/>
                </a:solidFill>
              </a:rPr>
              <a:t>李。（</a:t>
            </a:r>
            <a:r>
              <a:rPr lang="en-US" altLang="zh-CN" sz="3200">
                <a:solidFill>
                  <a:srgbClr val="C00000"/>
                </a:solidFill>
              </a:rPr>
              <a:t>X</a:t>
            </a:r>
            <a:r>
              <a:rPr lang="zh-CN" altLang="en-US" sz="3200">
                <a:solidFill>
                  <a:schemeClr val="tx1"/>
                </a:solidFill>
              </a:rPr>
              <a:t>）</a:t>
            </a:r>
            <a:endParaRPr lang="zh-CN" alt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61920" y="1388745"/>
            <a:ext cx="63779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4800"/>
              <a:t>A</a:t>
            </a:r>
            <a:r>
              <a:rPr lang="zh-CN" altLang="en-US" sz="4800"/>
              <a:t>：老师，您</a:t>
            </a:r>
            <a:r>
              <a:rPr lang="zh-CN" altLang="en-US" sz="4800" u="sng"/>
              <a:t>贵姓</a:t>
            </a:r>
            <a:r>
              <a:rPr lang="zh-CN" altLang="en-US" sz="4800"/>
              <a:t>？</a:t>
            </a:r>
            <a:endParaRPr lang="zh-CN" altLang="en-US" sz="4800"/>
          </a:p>
          <a:p>
            <a:pPr fontAlgn="auto">
              <a:lnSpc>
                <a:spcPct val="150000"/>
              </a:lnSpc>
            </a:pPr>
            <a:r>
              <a:rPr lang="en-US" altLang="zh-CN" sz="4800"/>
              <a:t>B:   </a:t>
            </a:r>
            <a:r>
              <a:rPr lang="zh-CN" altLang="en-US" sz="4800"/>
              <a:t>我姓沙</a:t>
            </a:r>
            <a:r>
              <a:rPr lang="zh-CN" altLang="en-US" sz="3200"/>
              <a:t>shā</a:t>
            </a:r>
            <a:r>
              <a:rPr lang="zh-CN" altLang="en-US" sz="4800"/>
              <a:t>。</a:t>
            </a:r>
            <a:endParaRPr lang="zh-CN" altLang="en-US" sz="48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726</Words>
  <Application>WPS 演示</Application>
  <PresentationFormat>全屏显示(4:3)</PresentationFormat>
  <Paragraphs>55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Wingdings 2</vt:lpstr>
      <vt:lpstr>Arial</vt:lpstr>
      <vt:lpstr>Century</vt:lpstr>
      <vt:lpstr>方正楷体简体</vt:lpstr>
      <vt:lpstr>Cambria</vt:lpstr>
      <vt:lpstr>Maiandra GD</vt:lpstr>
      <vt:lpstr>隶书</vt:lpstr>
      <vt:lpstr>微软雅黑</vt:lpstr>
      <vt:lpstr>华文楷体</vt:lpstr>
      <vt:lpstr>Calibri</vt:lpstr>
      <vt:lpstr>Arial Unicode MS</vt:lpstr>
      <vt:lpstr>龙腾四海</vt:lpstr>
      <vt:lpstr>3 你叫什么名字？</vt:lpstr>
      <vt:lpstr>PowerPoint 演示文稿</vt:lpstr>
      <vt:lpstr>PowerPoint 演示文稿</vt:lpstr>
      <vt:lpstr>课文二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你叫什么名字？</dc:title>
  <dc:creator>lenovo</dc:creator>
  <cp:lastModifiedBy>沙茜</cp:lastModifiedBy>
  <cp:revision>23</cp:revision>
  <dcterms:created xsi:type="dcterms:W3CDTF">2019-02-27T03:30:00Z</dcterms:created>
  <dcterms:modified xsi:type="dcterms:W3CDTF">2021-10-19T11:01:58Z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DE05EB86A52C4845BFBF34F617953AD0</vt:lpwstr>
  </property>
</Properties>
</file>