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84" r:id="rId3"/>
    <p:sldId id="410" r:id="rId4"/>
    <p:sldId id="470" r:id="rId5"/>
    <p:sldId id="485" r:id="rId6"/>
    <p:sldId id="394" r:id="rId7"/>
    <p:sldId id="471" r:id="rId8"/>
    <p:sldId id="393" r:id="rId9"/>
    <p:sldId id="461" r:id="rId10"/>
    <p:sldId id="462" r:id="rId11"/>
    <p:sldId id="495" r:id="rId12"/>
    <p:sldId id="463" r:id="rId13"/>
    <p:sldId id="496" r:id="rId14"/>
    <p:sldId id="497" r:id="rId15"/>
    <p:sldId id="486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35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23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image" Target="../media/image23.png"/><Relationship Id="rId1" Type="http://schemas.openxmlformats.org/officeDocument/2006/relationships/tags" Target="../tags/tag2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5645" y="2143125"/>
            <a:ext cx="8362950" cy="2386965"/>
          </a:xfrm>
        </p:spPr>
        <p:txBody>
          <a:bodyPr>
            <a:normAutofit/>
          </a:bodyPr>
          <a:lstStyle/>
          <a:p>
            <a:pPr algn="ctr"/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jīntiān jǐ hào？ </a:t>
            </a:r>
            <a:b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今 天  几 号？  </a:t>
            </a:r>
            <a:b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8 </a:t>
            </a: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What's the date today?</a:t>
            </a:r>
            <a:br>
              <a:rPr lang="en-US" altLang="zh-CN" sz="266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30487"/>
          <a:stretch>
            <a:fillRect/>
          </a:stretch>
        </p:blipFill>
        <p:spPr>
          <a:xfrm>
            <a:off x="0" y="4424045"/>
            <a:ext cx="2672715" cy="2433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37288"/>
          <a:stretch>
            <a:fillRect/>
          </a:stretch>
        </p:blipFill>
        <p:spPr>
          <a:xfrm>
            <a:off x="9753600" y="0"/>
            <a:ext cx="2438400" cy="20643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55140" y="1285875"/>
            <a:ext cx="6775450" cy="308737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duì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对: right ,true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hào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号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：（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used mostly after numerals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ordinal number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zěnmeyànɡ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怎 么 样:how about  </a:t>
            </a:r>
            <a:endParaRPr sz="222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8-5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534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271125" y="695960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114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4991100" y="517525"/>
            <a:ext cx="5932805" cy="438213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你  是  留 学 生，   对吗？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(You're an foreign student, aren't you?)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B1 对。(Yes)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B2 不对 ,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(No)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13915" y="1487170"/>
            <a:ext cx="2540000" cy="2027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uì </a:t>
            </a:r>
            <a:endParaRPr kumimoji="0" 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对: right ,true</a:t>
            </a:r>
            <a:endParaRPr kumimoji="0" 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duìmɑ?</a:t>
            </a:r>
            <a:endParaRPr kumimoji="0" lang="en-US" sz="2000" i="0" u="none" strike="noStrike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对 吗？(Right?)</a:t>
            </a:r>
            <a:endParaRPr kumimoji="0" lang="en-US" sz="2000" i="0" u="none" strike="noStrike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3216275" y="198120"/>
            <a:ext cx="5131435" cy="587438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80000"/>
          </a:bodyPr>
          <a:p>
            <a:pPr fontAlgn="base">
              <a:lnSpc>
                <a:spcPct val="80000"/>
              </a:lnSpc>
            </a:pPr>
            <a:r>
              <a:rPr lang="en-US" altLang="zh-CN" sz="2000" b="1" strike="noStrike" noProof="1" dirty="0"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你  是   中  国 人，  对吗？</a:t>
            </a:r>
            <a:endParaRPr lang="en-US" altLang="zh-CN" sz="285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5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(You're Chinese, aren't you?</a:t>
            </a:r>
            <a:r>
              <a:rPr sz="25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sz="25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你  是  老 师，  对 吗？</a:t>
            </a:r>
            <a:endParaRPr lang="en-US" altLang="zh-CN" sz="285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5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(You're a teacher, aren't you?)</a:t>
            </a:r>
            <a:endParaRPr lang="en-US" altLang="zh-CN" sz="285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今 天   星  期 三， 对吗？</a:t>
            </a:r>
            <a:endParaRPr lang="en-US" altLang="zh-CN" sz="285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5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(It's Wednesday, right? ) </a:t>
            </a:r>
            <a:endParaRPr lang="en-US" altLang="zh-CN" sz="25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85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今 天  10 月  30 号， 对 吗？</a:t>
            </a:r>
            <a:endParaRPr lang="en-US" altLang="zh-CN" sz="285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ct val="80000"/>
              </a:lnSpc>
            </a:pPr>
            <a:r>
              <a:rPr lang="en-US" altLang="zh-CN" sz="285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5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(It's October 30th, right? )</a:t>
            </a:r>
            <a:endParaRPr lang="en-US" altLang="zh-CN" sz="25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495425" y="2218690"/>
            <a:ext cx="7066280" cy="34798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en-US" altLang="zh-CN" sz="2000" b="1" strike="noStrike" noProof="1" dirty="0">
              <a:sym typeface="+mn-ea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sz="222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nǐ zěnmeyànɡ？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 天  你  怎 么 样？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(How are you today?)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B1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很 好。</a:t>
            </a: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B2 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不 太  好 。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495425" y="1075690"/>
            <a:ext cx="2874645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zěnmeyànɡ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怎 么 样:how about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662940" y="1430655"/>
            <a:ext cx="4867275" cy="475678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45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None/>
            </a:pPr>
            <a:r>
              <a:rPr lang="en-US" altLang="zh-CN" sz="5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hǎo 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好：</a:t>
            </a: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good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algn="l" fontAlgn="base">
              <a:lnSpc>
                <a:spcPct val="80000"/>
              </a:lnSpc>
            </a:pP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hǎo chī 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好  吃 </a:t>
            </a: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:delicious for food</a:t>
            </a:r>
            <a:endParaRPr lang="en-US" altLang="zh-CN"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algn="l" fontAlgn="base">
              <a:lnSpc>
                <a:spcPct val="80000"/>
              </a:lnSpc>
            </a:pP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hǎo hē 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好  喝</a:t>
            </a: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delicious for drinks</a:t>
            </a:r>
            <a:endParaRPr lang="en-US" altLang="zh-CN"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algn="l" fontAlgn="base">
              <a:lnSpc>
                <a:spcPct val="80000"/>
              </a:lnSpc>
            </a:pP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hǎo kàn </a:t>
            </a:r>
            <a:endParaRPr lang="zh-CN" altLang="en-US" sz="444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base">
              <a:lnSpc>
                <a:spcPct val="80000"/>
              </a:lnSpc>
            </a:pP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好  看</a:t>
            </a: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 </a:t>
            </a:r>
            <a:r>
              <a:rPr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good-looking/</a:t>
            </a:r>
            <a:r>
              <a:rPr lang="en-US" altLang="zh-CN" sz="4445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interesting</a:t>
            </a:r>
            <a:endParaRPr lang="en-US" altLang="zh-CN" sz="4445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5616575" y="1430020"/>
            <a:ext cx="6028055" cy="47574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 zěnmeyànɡ？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…… 怎 么 样？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(How about……)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zhè zhǒnɡ miànbāo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   种    面 包 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zhè zhǒnɡ kāfēi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   种   咖 啡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zhè běn shū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  本  书  </a:t>
            </a:r>
            <a:endParaRPr lang="zh-CN" altLang="en-US" sz="20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306435" y="2898140"/>
            <a:ext cx="2172970" cy="7537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hěn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hǎochī。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很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好  吃。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377555" y="4079875"/>
            <a:ext cx="2172970" cy="7537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hěn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hǎo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hē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很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好 喝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733665" y="5195570"/>
            <a:ext cx="2172970" cy="7537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hěn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hǎo</a:t>
            </a:r>
            <a:r>
              <a:rPr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kàn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很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好 看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73705" y="409575"/>
            <a:ext cx="23501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怎么样</a:t>
            </a:r>
            <a:r>
              <a:rPr lang="en-US" altLang="zh-CN" sz="2800" baseline="-25000"/>
              <a:t>1</a:t>
            </a:r>
            <a:endParaRPr lang="en-US" altLang="zh-CN" sz="28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 bldLvl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487930" y="409575"/>
            <a:ext cx="8478520" cy="55676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下 课 以 后， 我 们 一起 学习  汉语， </a:t>
            </a:r>
            <a:r>
              <a:rPr 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怎么样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(After class, let's learn Chinese together, shall we?)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太  好  了。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今  天  我  请  你  吃 饭， </a:t>
            </a:r>
            <a:r>
              <a:rPr 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怎么样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 </a:t>
            </a:r>
            <a:endParaRPr lang="en-US" sz="2000" dirty="0" smtClean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(I'll treat you to dinner today,is it ok?)</a:t>
            </a:r>
            <a:endParaRPr lang="en-US" sz="2000" dirty="0" smtClean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太  好  了。  </a:t>
            </a:r>
            <a:endParaRPr lang="en-US" sz="2000" dirty="0" smtClean="0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73705" y="409575"/>
            <a:ext cx="2350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怎么样</a:t>
            </a:r>
            <a:r>
              <a:rPr lang="en-US" altLang="zh-CN" sz="2400"/>
              <a:t>2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334895" y="521335"/>
            <a:ext cx="7337425" cy="58153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mǎdīnɡ：línnà， jīntiān shì nǐ de shēnɡrì， duìmɑ？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林 娜，  今 天  是  你 的   生 日， 对 吗？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wǒ de shēnɡrì？jīntiān jǐhào？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我 的  生 日？ 今  天  几 号？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mǎdīnɡ：jīntiān jiǔ yuè èr shí bá hào。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今 天   九  月  二 十  八 号。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línnà：duì，duì，jīntiān shì wǒ de shēnɡrì。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娜：对， 对， 今  天  是  我 的  生  日。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mǎdīnɡ：wǒmen qǐnɡ nǐ chīfàn，zěnmeyànɡ？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我们  请   你 吃 饭， 怎 么 样？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tài hǎo le！ xièxiè nǐmen！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太  好  了！ 谢 谢  你们！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8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494010" y="39243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one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927985" y="1374140"/>
            <a:ext cx="6335395" cy="36626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shì línnà de shēnɡrì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今 天  是  林 娜 的   生 日 吗？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línnà zhīdào jīntiān shì tā de shēnɡrì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林 娜  知 道  今 天  是  她 的  生  日 吗？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wǒmen qǐnɡ línnà zuò shénme？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我们   请  林 娜  做  什 么？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334895" y="521335"/>
            <a:ext cx="7337425" cy="58153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娜，  今 天 是 你 的  生 日， 对 吗？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 的 生 日？ 今 天 几号？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今 天  九 月  二 十 八 号。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对， 对， 今  天  是  我 的  生  日。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我们  请  你 吃 饭， 怎 么 样？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太 好 了！ 谢 谢 你们！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5" name="8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494010" y="39243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20" y="1334135"/>
            <a:ext cx="10434955" cy="38995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22855" y="2045335"/>
            <a:ext cx="1865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今天几月几号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522855" y="4413885"/>
            <a:ext cx="1865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昨天星期</a:t>
            </a:r>
            <a:r>
              <a:rPr lang="zh-CN" altLang="en-US" sz="2000">
                <a:solidFill>
                  <a:srgbClr val="FF0000"/>
                </a:solidFill>
              </a:rPr>
              <a:t>一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724775" y="2954655"/>
            <a:ext cx="1865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对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7581900" y="4490720"/>
            <a:ext cx="1865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太好了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20" y="1334135"/>
            <a:ext cx="10434955" cy="3899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52880" y="440055"/>
            <a:ext cx="8598535" cy="5732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52880" y="440055"/>
            <a:ext cx="8598535" cy="573278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234815" y="935355"/>
            <a:ext cx="1865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你是</a:t>
            </a:r>
            <a:r>
              <a:rPr lang="zh-CN" altLang="en-US" sz="2000">
                <a:solidFill>
                  <a:srgbClr val="FF0000"/>
                </a:solidFill>
              </a:rPr>
              <a:t>法国人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234815" y="2072005"/>
            <a:ext cx="1865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对吗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PP_MARK_KEY" val="1ea8ee6e-a359-4399-93f8-78385fde0d77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2134</Words>
  <Application>WPS 演示</Application>
  <PresentationFormat>宽屏</PresentationFormat>
  <Paragraphs>188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Century</vt:lpstr>
      <vt:lpstr>华文楷体</vt:lpstr>
      <vt:lpstr>Arial Unicode MS</vt:lpstr>
      <vt:lpstr>Office 主题​​</vt:lpstr>
      <vt:lpstr> jīntiān jǐ hào？  8 今 天  几 号？   Lesson 8 What's the date today?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135</cp:revision>
  <dcterms:created xsi:type="dcterms:W3CDTF">2019-08-11T11:31:00Z</dcterms:created>
  <dcterms:modified xsi:type="dcterms:W3CDTF">2025-04-14T07:35:21Z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035936A459754A14BA5B89FDFCEDD831</vt:lpwstr>
  </property>
</Properties>
</file>